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83"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Lst>
  <p:sldSz cy="5143500" cx="9144000"/>
  <p:notesSz cx="6858000" cy="9144000"/>
  <p:embeddedFontLst>
    <p:embeddedFont>
      <p:font typeface="Lexend Light"/>
      <p:regular r:id="rId15"/>
      <p:bold r:id="rId16"/>
    </p:embeddedFont>
    <p:embeddedFont>
      <p:font typeface="Tenor Sans"/>
      <p:regular r:id="rId17"/>
    </p:embeddedFont>
    <p:embeddedFont>
      <p:font typeface="Bebas Neue"/>
      <p:regular r:id="rId18"/>
    </p:embeddedFont>
    <p:embeddedFont>
      <p:font typeface="Red Hat Display Medium"/>
      <p:regular r:id="rId19"/>
      <p:bold r:id="rId20"/>
      <p:italic r:id="rId21"/>
      <p:boldItalic r:id="rId22"/>
    </p:embeddedFont>
    <p:embeddedFont>
      <p:font typeface="Palanquin"/>
      <p:regular r:id="rId23"/>
      <p:bold r:id="rId2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font" Target="fonts/RedHatDisplayMedium-bold.fntdata"/><Relationship Id="rId22" Type="http://schemas.openxmlformats.org/officeDocument/2006/relationships/font" Target="fonts/RedHatDisplayMedium-boldItalic.fntdata"/><Relationship Id="rId21" Type="http://schemas.openxmlformats.org/officeDocument/2006/relationships/font" Target="fonts/RedHatDisplayMedium-italic.fntdata"/><Relationship Id="rId24" Type="http://schemas.openxmlformats.org/officeDocument/2006/relationships/font" Target="fonts/Palanquin-bold.fntdata"/><Relationship Id="rId23" Type="http://schemas.openxmlformats.org/officeDocument/2006/relationships/font" Target="fonts/Palanquin-regular.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font" Target="fonts/LexendLight-regular.fntdata"/><Relationship Id="rId14" Type="http://schemas.openxmlformats.org/officeDocument/2006/relationships/slide" Target="slides/slide10.xml"/><Relationship Id="rId17" Type="http://schemas.openxmlformats.org/officeDocument/2006/relationships/font" Target="fonts/TenorSans-regular.fntdata"/><Relationship Id="rId16" Type="http://schemas.openxmlformats.org/officeDocument/2006/relationships/font" Target="fonts/LexendLight-bold.fntdata"/><Relationship Id="rId19" Type="http://schemas.openxmlformats.org/officeDocument/2006/relationships/font" Target="fonts/RedHatDisplayMedium-regular.fntdata"/><Relationship Id="rId18" Type="http://schemas.openxmlformats.org/officeDocument/2006/relationships/font" Target="fonts/BebasNeue-regular.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8" name="Shape 498"/>
        <p:cNvGrpSpPr/>
        <p:nvPr/>
      </p:nvGrpSpPr>
      <p:grpSpPr>
        <a:xfrm>
          <a:off x="0" y="0"/>
          <a:ext cx="0" cy="0"/>
          <a:chOff x="0" y="0"/>
          <a:chExt cx="0" cy="0"/>
        </a:xfrm>
      </p:grpSpPr>
      <p:sp>
        <p:nvSpPr>
          <p:cNvPr id="499" name="Google Shape;499;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00" name="Google Shape;500;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6" name="Shape 516"/>
        <p:cNvGrpSpPr/>
        <p:nvPr/>
      </p:nvGrpSpPr>
      <p:grpSpPr>
        <a:xfrm>
          <a:off x="0" y="0"/>
          <a:ext cx="0" cy="0"/>
          <a:chOff x="0" y="0"/>
          <a:chExt cx="0" cy="0"/>
        </a:xfrm>
      </p:grpSpPr>
      <p:sp>
        <p:nvSpPr>
          <p:cNvPr id="517" name="Google Shape;517;g2280975c75c_0_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8" name="Google Shape;518;g2280975c75c_0_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3" name="Shape 533"/>
        <p:cNvGrpSpPr/>
        <p:nvPr/>
      </p:nvGrpSpPr>
      <p:grpSpPr>
        <a:xfrm>
          <a:off x="0" y="0"/>
          <a:ext cx="0" cy="0"/>
          <a:chOff x="0" y="0"/>
          <a:chExt cx="0" cy="0"/>
        </a:xfrm>
      </p:grpSpPr>
      <p:sp>
        <p:nvSpPr>
          <p:cNvPr id="534" name="Google Shape;534;g2280975c75c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5" name="Google Shape;535;g2280975c75c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9" name="Shape 539"/>
        <p:cNvGrpSpPr/>
        <p:nvPr/>
      </p:nvGrpSpPr>
      <p:grpSpPr>
        <a:xfrm>
          <a:off x="0" y="0"/>
          <a:ext cx="0" cy="0"/>
          <a:chOff x="0" y="0"/>
          <a:chExt cx="0" cy="0"/>
        </a:xfrm>
      </p:grpSpPr>
      <p:sp>
        <p:nvSpPr>
          <p:cNvPr id="540" name="Google Shape;540;g1dfd1063725_0_1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1" name="Google Shape;541;g1dfd1063725_0_1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7" name="Shape 547"/>
        <p:cNvGrpSpPr/>
        <p:nvPr/>
      </p:nvGrpSpPr>
      <p:grpSpPr>
        <a:xfrm>
          <a:off x="0" y="0"/>
          <a:ext cx="0" cy="0"/>
          <a:chOff x="0" y="0"/>
          <a:chExt cx="0" cy="0"/>
        </a:xfrm>
      </p:grpSpPr>
      <p:sp>
        <p:nvSpPr>
          <p:cNvPr id="548" name="Google Shape;548;g1dff976b322_0_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9" name="Google Shape;549;g1dff976b322_0_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7" name="Shape 557"/>
        <p:cNvGrpSpPr/>
        <p:nvPr/>
      </p:nvGrpSpPr>
      <p:grpSpPr>
        <a:xfrm>
          <a:off x="0" y="0"/>
          <a:ext cx="0" cy="0"/>
          <a:chOff x="0" y="0"/>
          <a:chExt cx="0" cy="0"/>
        </a:xfrm>
      </p:grpSpPr>
      <p:sp>
        <p:nvSpPr>
          <p:cNvPr id="558" name="Google Shape;558;g1dff976b322_0_403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9" name="Google Shape;559;g1dff976b322_0_403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6" name="Shape 566"/>
        <p:cNvGrpSpPr/>
        <p:nvPr/>
      </p:nvGrpSpPr>
      <p:grpSpPr>
        <a:xfrm>
          <a:off x="0" y="0"/>
          <a:ext cx="0" cy="0"/>
          <a:chOff x="0" y="0"/>
          <a:chExt cx="0" cy="0"/>
        </a:xfrm>
      </p:grpSpPr>
      <p:sp>
        <p:nvSpPr>
          <p:cNvPr id="567" name="Google Shape;567;g3bc32aa37f7_1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8" name="Google Shape;568;g3bc32aa37f7_1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2400"/>
              </a:spcBef>
              <a:spcAft>
                <a:spcPts val="0"/>
              </a:spcAft>
              <a:buClr>
                <a:schemeClr val="dk1"/>
              </a:buClr>
              <a:buSzPts val="1100"/>
              <a:buFont typeface="Arial"/>
              <a:buNone/>
            </a:pPr>
            <a:r>
              <a:rPr b="1" lang="en" sz="2300">
                <a:solidFill>
                  <a:schemeClr val="dk1"/>
                </a:solidFill>
              </a:rPr>
              <a:t>Insights from Hashtag Analysis</a:t>
            </a:r>
            <a:endParaRPr b="1" sz="23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1️⃣ Hashtag combinations with </a:t>
            </a:r>
            <a:r>
              <a:rPr b="1" lang="en">
                <a:solidFill>
                  <a:schemeClr val="dk1"/>
                </a:solidFill>
              </a:rPr>
              <a:t>#MakeupGoals and #BoldLooks</a:t>
            </a:r>
            <a:r>
              <a:rPr lang="en">
                <a:solidFill>
                  <a:schemeClr val="dk1"/>
                </a:solidFill>
              </a:rPr>
              <a:t> generate higher engagement compared to other hashtag groups.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2️⃣ </a:t>
            </a:r>
            <a:r>
              <a:rPr b="1" lang="en">
                <a:solidFill>
                  <a:schemeClr val="dk1"/>
                </a:solidFill>
              </a:rPr>
              <a:t>#SugarCosmetics</a:t>
            </a:r>
            <a:r>
              <a:rPr lang="en">
                <a:solidFill>
                  <a:schemeClr val="dk1"/>
                </a:solidFill>
              </a:rPr>
              <a:t>-based combinations achieve higher reach, indicating strong brand visibility.</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3️⃣ </a:t>
            </a:r>
            <a:r>
              <a:rPr b="1" lang="en">
                <a:solidFill>
                  <a:schemeClr val="dk1"/>
                </a:solidFill>
              </a:rPr>
              <a:t>#VeganBeauty and #CrueltyFree</a:t>
            </a:r>
            <a:r>
              <a:rPr lang="en">
                <a:solidFill>
                  <a:schemeClr val="dk1"/>
                </a:solidFill>
              </a:rPr>
              <a:t> hashtags show stable performance, reflecting interest in ethical beauty content.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4️⃣ Some hashtag combinations have high reach but lower engagement, showing that visibility does not always lead to interaction.</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5️⃣ Combining brand, trend, and ethical hashtags helps maximize both reach and engagement.</a:t>
            </a:r>
            <a:endParaRPr>
              <a:solidFill>
                <a:schemeClr val="dk1"/>
              </a:solidFill>
            </a:endParaRPr>
          </a:p>
          <a:p>
            <a:pPr indent="0" lvl="0" marL="0" rtl="0" algn="l">
              <a:spcBef>
                <a:spcPts val="120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7" name="Shape 577"/>
        <p:cNvGrpSpPr/>
        <p:nvPr/>
      </p:nvGrpSpPr>
      <p:grpSpPr>
        <a:xfrm>
          <a:off x="0" y="0"/>
          <a:ext cx="0" cy="0"/>
          <a:chOff x="0" y="0"/>
          <a:chExt cx="0" cy="0"/>
        </a:xfrm>
      </p:grpSpPr>
      <p:sp>
        <p:nvSpPr>
          <p:cNvPr id="578" name="Google Shape;578;g3bc77c4a16b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9" name="Google Shape;579;g3bc77c4a16b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5" name="Shape 585"/>
        <p:cNvGrpSpPr/>
        <p:nvPr/>
      </p:nvGrpSpPr>
      <p:grpSpPr>
        <a:xfrm>
          <a:off x="0" y="0"/>
          <a:ext cx="0" cy="0"/>
          <a:chOff x="0" y="0"/>
          <a:chExt cx="0" cy="0"/>
        </a:xfrm>
      </p:grpSpPr>
      <p:sp>
        <p:nvSpPr>
          <p:cNvPr id="586" name="Google Shape;586;g3bc77c4a16b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7" name="Google Shape;587;g3bc77c4a16b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2" name="Shape 592"/>
        <p:cNvGrpSpPr/>
        <p:nvPr/>
      </p:nvGrpSpPr>
      <p:grpSpPr>
        <a:xfrm>
          <a:off x="0" y="0"/>
          <a:ext cx="0" cy="0"/>
          <a:chOff x="0" y="0"/>
          <a:chExt cx="0" cy="0"/>
        </a:xfrm>
      </p:grpSpPr>
      <p:sp>
        <p:nvSpPr>
          <p:cNvPr id="593" name="Google Shape;593;g3bc77c4a16b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4" name="Google Shape;594;g3bc77c4a16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9.png"/><Relationship Id="rId3" Type="http://schemas.openxmlformats.org/officeDocument/2006/relationships/image" Target="../media/image6.png"/><Relationship Id="rId4" Type="http://schemas.openxmlformats.org/officeDocument/2006/relationships/image" Target="../media/image10.png"/><Relationship Id="rId10" Type="http://schemas.openxmlformats.org/officeDocument/2006/relationships/image" Target="../media/image18.png"/><Relationship Id="rId9" Type="http://schemas.openxmlformats.org/officeDocument/2006/relationships/image" Target="../media/image2.png"/><Relationship Id="rId5" Type="http://schemas.openxmlformats.org/officeDocument/2006/relationships/image" Target="../media/image32.png"/><Relationship Id="rId6" Type="http://schemas.openxmlformats.org/officeDocument/2006/relationships/image" Target="../media/image5.png"/><Relationship Id="rId7" Type="http://schemas.openxmlformats.org/officeDocument/2006/relationships/image" Target="../media/image14.png"/><Relationship Id="rId8" Type="http://schemas.openxmlformats.org/officeDocument/2006/relationships/image" Target="../media/image1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8.png"/><Relationship Id="rId4" Type="http://schemas.openxmlformats.org/officeDocument/2006/relationships/image" Target="../media/image2.png"/><Relationship Id="rId10" Type="http://schemas.openxmlformats.org/officeDocument/2006/relationships/image" Target="../media/image17.png"/><Relationship Id="rId9" Type="http://schemas.openxmlformats.org/officeDocument/2006/relationships/image" Target="../media/image23.png"/><Relationship Id="rId5" Type="http://schemas.openxmlformats.org/officeDocument/2006/relationships/image" Target="../media/image12.png"/><Relationship Id="rId6" Type="http://schemas.openxmlformats.org/officeDocument/2006/relationships/image" Target="../media/image32.png"/><Relationship Id="rId7" Type="http://schemas.openxmlformats.org/officeDocument/2006/relationships/image" Target="../media/image7.png"/><Relationship Id="rId8" Type="http://schemas.openxmlformats.org/officeDocument/2006/relationships/image" Target="../media/image14.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5.png"/><Relationship Id="rId3" Type="http://schemas.openxmlformats.org/officeDocument/2006/relationships/image" Target="../media/image28.png"/><Relationship Id="rId4" Type="http://schemas.openxmlformats.org/officeDocument/2006/relationships/image" Target="../media/image9.png"/><Relationship Id="rId10" Type="http://schemas.openxmlformats.org/officeDocument/2006/relationships/image" Target="../media/image37.png"/><Relationship Id="rId9" Type="http://schemas.openxmlformats.org/officeDocument/2006/relationships/image" Target="../media/image24.png"/><Relationship Id="rId5" Type="http://schemas.openxmlformats.org/officeDocument/2006/relationships/image" Target="../media/image26.png"/><Relationship Id="rId6" Type="http://schemas.openxmlformats.org/officeDocument/2006/relationships/image" Target="../media/image19.png"/><Relationship Id="rId7" Type="http://schemas.openxmlformats.org/officeDocument/2006/relationships/image" Target="../media/image7.png"/><Relationship Id="rId8" Type="http://schemas.openxmlformats.org/officeDocument/2006/relationships/image" Target="../media/image32.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9.png"/><Relationship Id="rId3" Type="http://schemas.openxmlformats.org/officeDocument/2006/relationships/image" Target="../media/image6.png"/><Relationship Id="rId4" Type="http://schemas.openxmlformats.org/officeDocument/2006/relationships/image" Target="../media/image32.png"/><Relationship Id="rId9" Type="http://schemas.openxmlformats.org/officeDocument/2006/relationships/image" Target="../media/image18.png"/><Relationship Id="rId5" Type="http://schemas.openxmlformats.org/officeDocument/2006/relationships/image" Target="../media/image5.png"/><Relationship Id="rId6" Type="http://schemas.openxmlformats.org/officeDocument/2006/relationships/image" Target="../media/image14.png"/><Relationship Id="rId7" Type="http://schemas.openxmlformats.org/officeDocument/2006/relationships/image" Target="../media/image11.png"/><Relationship Id="rId8"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0.png"/><Relationship Id="rId3" Type="http://schemas.openxmlformats.org/officeDocument/2006/relationships/image" Target="../media/image6.png"/><Relationship Id="rId4" Type="http://schemas.openxmlformats.org/officeDocument/2006/relationships/image" Target="../media/image9.png"/><Relationship Id="rId11" Type="http://schemas.openxmlformats.org/officeDocument/2006/relationships/image" Target="../media/image67.png"/><Relationship Id="rId10" Type="http://schemas.openxmlformats.org/officeDocument/2006/relationships/image" Target="../media/image23.png"/><Relationship Id="rId9" Type="http://schemas.openxmlformats.org/officeDocument/2006/relationships/image" Target="../media/image11.png"/><Relationship Id="rId5" Type="http://schemas.openxmlformats.org/officeDocument/2006/relationships/image" Target="../media/image2.png"/><Relationship Id="rId6" Type="http://schemas.openxmlformats.org/officeDocument/2006/relationships/image" Target="../media/image35.png"/><Relationship Id="rId7" Type="http://schemas.openxmlformats.org/officeDocument/2006/relationships/image" Target="../media/image24.png"/><Relationship Id="rId8" Type="http://schemas.openxmlformats.org/officeDocument/2006/relationships/image" Target="../media/image37.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5.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6.png"/><Relationship Id="rId4" Type="http://schemas.openxmlformats.org/officeDocument/2006/relationships/image" Target="../media/image12.png"/><Relationship Id="rId10" Type="http://schemas.openxmlformats.org/officeDocument/2006/relationships/image" Target="../media/image2.png"/><Relationship Id="rId9" Type="http://schemas.openxmlformats.org/officeDocument/2006/relationships/image" Target="../media/image18.png"/><Relationship Id="rId5" Type="http://schemas.openxmlformats.org/officeDocument/2006/relationships/image" Target="../media/image41.png"/><Relationship Id="rId6" Type="http://schemas.openxmlformats.org/officeDocument/2006/relationships/image" Target="../media/image10.png"/><Relationship Id="rId7" Type="http://schemas.openxmlformats.org/officeDocument/2006/relationships/image" Target="../media/image35.png"/><Relationship Id="rId8" Type="http://schemas.openxmlformats.org/officeDocument/2006/relationships/image" Target="../media/image54.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5.png"/><Relationship Id="rId3" Type="http://schemas.openxmlformats.org/officeDocument/2006/relationships/image" Target="../media/image6.png"/><Relationship Id="rId4" Type="http://schemas.openxmlformats.org/officeDocument/2006/relationships/image" Target="../media/image12.png"/><Relationship Id="rId10" Type="http://schemas.openxmlformats.org/officeDocument/2006/relationships/image" Target="../media/image2.png"/><Relationship Id="rId9" Type="http://schemas.openxmlformats.org/officeDocument/2006/relationships/image" Target="../media/image18.png"/><Relationship Id="rId5" Type="http://schemas.openxmlformats.org/officeDocument/2006/relationships/image" Target="../media/image41.png"/><Relationship Id="rId6" Type="http://schemas.openxmlformats.org/officeDocument/2006/relationships/image" Target="../media/image10.png"/><Relationship Id="rId7" Type="http://schemas.openxmlformats.org/officeDocument/2006/relationships/image" Target="../media/image35.png"/><Relationship Id="rId8" Type="http://schemas.openxmlformats.org/officeDocument/2006/relationships/image" Target="../media/image54.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6.png"/><Relationship Id="rId4" Type="http://schemas.openxmlformats.org/officeDocument/2006/relationships/image" Target="../media/image12.png"/><Relationship Id="rId11" Type="http://schemas.openxmlformats.org/officeDocument/2006/relationships/image" Target="../media/image32.png"/><Relationship Id="rId10" Type="http://schemas.openxmlformats.org/officeDocument/2006/relationships/image" Target="../media/image2.png"/><Relationship Id="rId9" Type="http://schemas.openxmlformats.org/officeDocument/2006/relationships/image" Target="../media/image18.png"/><Relationship Id="rId5" Type="http://schemas.openxmlformats.org/officeDocument/2006/relationships/image" Target="../media/image41.png"/><Relationship Id="rId6" Type="http://schemas.openxmlformats.org/officeDocument/2006/relationships/image" Target="../media/image10.png"/><Relationship Id="rId7" Type="http://schemas.openxmlformats.org/officeDocument/2006/relationships/image" Target="../media/image35.png"/><Relationship Id="rId8" Type="http://schemas.openxmlformats.org/officeDocument/2006/relationships/image" Target="../media/image54.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9.png"/><Relationship Id="rId3" Type="http://schemas.openxmlformats.org/officeDocument/2006/relationships/image" Target="../media/image6.png"/><Relationship Id="rId4" Type="http://schemas.openxmlformats.org/officeDocument/2006/relationships/image" Target="../media/image10.png"/><Relationship Id="rId10" Type="http://schemas.openxmlformats.org/officeDocument/2006/relationships/image" Target="../media/image18.png"/><Relationship Id="rId9" Type="http://schemas.openxmlformats.org/officeDocument/2006/relationships/image" Target="../media/image2.png"/><Relationship Id="rId5" Type="http://schemas.openxmlformats.org/officeDocument/2006/relationships/image" Target="../media/image32.png"/><Relationship Id="rId6" Type="http://schemas.openxmlformats.org/officeDocument/2006/relationships/image" Target="../media/image5.png"/><Relationship Id="rId7" Type="http://schemas.openxmlformats.org/officeDocument/2006/relationships/image" Target="../media/image14.png"/><Relationship Id="rId8" Type="http://schemas.openxmlformats.org/officeDocument/2006/relationships/image" Target="../media/image11.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9.png"/><Relationship Id="rId3" Type="http://schemas.openxmlformats.org/officeDocument/2006/relationships/image" Target="../media/image93.png"/><Relationship Id="rId4" Type="http://schemas.openxmlformats.org/officeDocument/2006/relationships/image" Target="../media/image9.png"/><Relationship Id="rId11" Type="http://schemas.openxmlformats.org/officeDocument/2006/relationships/image" Target="../media/image37.png"/><Relationship Id="rId10" Type="http://schemas.openxmlformats.org/officeDocument/2006/relationships/image" Target="../media/image24.png"/><Relationship Id="rId9" Type="http://schemas.openxmlformats.org/officeDocument/2006/relationships/image" Target="../media/image5.png"/><Relationship Id="rId5" Type="http://schemas.openxmlformats.org/officeDocument/2006/relationships/image" Target="../media/image35.png"/><Relationship Id="rId6" Type="http://schemas.openxmlformats.org/officeDocument/2006/relationships/image" Target="../media/image18.png"/><Relationship Id="rId7" Type="http://schemas.openxmlformats.org/officeDocument/2006/relationships/image" Target="../media/image19.png"/><Relationship Id="rId8" Type="http://schemas.openxmlformats.org/officeDocument/2006/relationships/image" Target="../media/image32.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5.png"/><Relationship Id="rId3" Type="http://schemas.openxmlformats.org/officeDocument/2006/relationships/image" Target="../media/image28.png"/><Relationship Id="rId4" Type="http://schemas.openxmlformats.org/officeDocument/2006/relationships/image" Target="../media/image9.png"/><Relationship Id="rId9" Type="http://schemas.openxmlformats.org/officeDocument/2006/relationships/image" Target="../media/image24.png"/><Relationship Id="rId5" Type="http://schemas.openxmlformats.org/officeDocument/2006/relationships/image" Target="../media/image26.png"/><Relationship Id="rId6" Type="http://schemas.openxmlformats.org/officeDocument/2006/relationships/image" Target="../media/image19.png"/><Relationship Id="rId7" Type="http://schemas.openxmlformats.org/officeDocument/2006/relationships/image" Target="../media/image32.png"/><Relationship Id="rId8" Type="http://schemas.openxmlformats.org/officeDocument/2006/relationships/image" Target="../media/image37.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8.png"/><Relationship Id="rId4" Type="http://schemas.openxmlformats.org/officeDocument/2006/relationships/image" Target="../media/image6.png"/><Relationship Id="rId9" Type="http://schemas.openxmlformats.org/officeDocument/2006/relationships/image" Target="../media/image14.png"/><Relationship Id="rId5" Type="http://schemas.openxmlformats.org/officeDocument/2006/relationships/image" Target="../media/image35.png"/><Relationship Id="rId6" Type="http://schemas.openxmlformats.org/officeDocument/2006/relationships/image" Target="../media/image64.png"/><Relationship Id="rId7" Type="http://schemas.openxmlformats.org/officeDocument/2006/relationships/image" Target="../media/image32.png"/><Relationship Id="rId8" Type="http://schemas.openxmlformats.org/officeDocument/2006/relationships/image" Target="../media/image7.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5.png"/><Relationship Id="rId3" Type="http://schemas.openxmlformats.org/officeDocument/2006/relationships/image" Target="../media/image6.png"/><Relationship Id="rId4" Type="http://schemas.openxmlformats.org/officeDocument/2006/relationships/image" Target="../media/image9.png"/><Relationship Id="rId11" Type="http://schemas.openxmlformats.org/officeDocument/2006/relationships/image" Target="../media/image11.png"/><Relationship Id="rId10" Type="http://schemas.openxmlformats.org/officeDocument/2006/relationships/image" Target="../media/image37.png"/><Relationship Id="rId12" Type="http://schemas.openxmlformats.org/officeDocument/2006/relationships/image" Target="../media/image23.png"/><Relationship Id="rId9" Type="http://schemas.openxmlformats.org/officeDocument/2006/relationships/image" Target="../media/image12.png"/><Relationship Id="rId5" Type="http://schemas.openxmlformats.org/officeDocument/2006/relationships/image" Target="../media/image67.png"/><Relationship Id="rId6" Type="http://schemas.openxmlformats.org/officeDocument/2006/relationships/image" Target="../media/image2.png"/><Relationship Id="rId7" Type="http://schemas.openxmlformats.org/officeDocument/2006/relationships/image" Target="../media/image35.png"/><Relationship Id="rId8" Type="http://schemas.openxmlformats.org/officeDocument/2006/relationships/image" Target="../media/image24.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9.png"/><Relationship Id="rId3" Type="http://schemas.openxmlformats.org/officeDocument/2006/relationships/image" Target="../media/image32.png"/><Relationship Id="rId4" Type="http://schemas.openxmlformats.org/officeDocument/2006/relationships/image" Target="../media/image5.png"/><Relationship Id="rId11" Type="http://schemas.openxmlformats.org/officeDocument/2006/relationships/image" Target="../media/image64.png"/><Relationship Id="rId10" Type="http://schemas.openxmlformats.org/officeDocument/2006/relationships/image" Target="../media/image10.png"/><Relationship Id="rId9" Type="http://schemas.openxmlformats.org/officeDocument/2006/relationships/image" Target="../media/image9.png"/><Relationship Id="rId5" Type="http://schemas.openxmlformats.org/officeDocument/2006/relationships/image" Target="../media/image14.png"/><Relationship Id="rId6" Type="http://schemas.openxmlformats.org/officeDocument/2006/relationships/image" Target="../media/image2.png"/><Relationship Id="rId7" Type="http://schemas.openxmlformats.org/officeDocument/2006/relationships/image" Target="../media/image6.png"/><Relationship Id="rId8" Type="http://schemas.openxmlformats.org/officeDocument/2006/relationships/image" Target="../media/image83.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5.png"/><Relationship Id="rId3" Type="http://schemas.openxmlformats.org/officeDocument/2006/relationships/image" Target="../media/image35.png"/><Relationship Id="rId4" Type="http://schemas.openxmlformats.org/officeDocument/2006/relationships/image" Target="../media/image24.png"/><Relationship Id="rId11" Type="http://schemas.openxmlformats.org/officeDocument/2006/relationships/image" Target="../media/image6.png"/><Relationship Id="rId10" Type="http://schemas.openxmlformats.org/officeDocument/2006/relationships/image" Target="../media/image67.png"/><Relationship Id="rId12" Type="http://schemas.openxmlformats.org/officeDocument/2006/relationships/image" Target="../media/image2.png"/><Relationship Id="rId9" Type="http://schemas.openxmlformats.org/officeDocument/2006/relationships/image" Target="../media/image23.png"/><Relationship Id="rId5" Type="http://schemas.openxmlformats.org/officeDocument/2006/relationships/image" Target="../media/image37.png"/><Relationship Id="rId6" Type="http://schemas.openxmlformats.org/officeDocument/2006/relationships/image" Target="../media/image11.png"/><Relationship Id="rId7" Type="http://schemas.openxmlformats.org/officeDocument/2006/relationships/image" Target="../media/image9.png"/><Relationship Id="rId8" Type="http://schemas.openxmlformats.org/officeDocument/2006/relationships/image" Target="../media/image12.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5.png"/><Relationship Id="rId3" Type="http://schemas.openxmlformats.org/officeDocument/2006/relationships/image" Target="../media/image24.png"/><Relationship Id="rId4" Type="http://schemas.openxmlformats.org/officeDocument/2006/relationships/image" Target="../media/image11.png"/><Relationship Id="rId10" Type="http://schemas.openxmlformats.org/officeDocument/2006/relationships/image" Target="../media/image2.png"/><Relationship Id="rId9" Type="http://schemas.openxmlformats.org/officeDocument/2006/relationships/image" Target="../media/image6.png"/><Relationship Id="rId5" Type="http://schemas.openxmlformats.org/officeDocument/2006/relationships/image" Target="../media/image9.png"/><Relationship Id="rId6" Type="http://schemas.openxmlformats.org/officeDocument/2006/relationships/image" Target="../media/image12.png"/><Relationship Id="rId7" Type="http://schemas.openxmlformats.org/officeDocument/2006/relationships/image" Target="../media/image23.png"/><Relationship Id="rId8" Type="http://schemas.openxmlformats.org/officeDocument/2006/relationships/image" Target="../media/image67.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5.png"/><Relationship Id="rId3" Type="http://schemas.openxmlformats.org/officeDocument/2006/relationships/image" Target="../media/image24.png"/><Relationship Id="rId4" Type="http://schemas.openxmlformats.org/officeDocument/2006/relationships/image" Target="../media/image9.png"/><Relationship Id="rId11" Type="http://schemas.openxmlformats.org/officeDocument/2006/relationships/image" Target="../media/image6.png"/><Relationship Id="rId10" Type="http://schemas.openxmlformats.org/officeDocument/2006/relationships/image" Target="../media/image2.png"/><Relationship Id="rId9" Type="http://schemas.openxmlformats.org/officeDocument/2006/relationships/image" Target="../media/image14.png"/><Relationship Id="rId5" Type="http://schemas.openxmlformats.org/officeDocument/2006/relationships/image" Target="../media/image12.png"/><Relationship Id="rId6" Type="http://schemas.openxmlformats.org/officeDocument/2006/relationships/image" Target="../media/image67.png"/><Relationship Id="rId7" Type="http://schemas.openxmlformats.org/officeDocument/2006/relationships/image" Target="../media/image32.png"/><Relationship Id="rId8" Type="http://schemas.openxmlformats.org/officeDocument/2006/relationships/image" Target="../media/image5.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5.png"/><Relationship Id="rId3" Type="http://schemas.openxmlformats.org/officeDocument/2006/relationships/image" Target="../media/image6.png"/><Relationship Id="rId4" Type="http://schemas.openxmlformats.org/officeDocument/2006/relationships/image" Target="../media/image9.png"/><Relationship Id="rId9" Type="http://schemas.openxmlformats.org/officeDocument/2006/relationships/image" Target="../media/image23.png"/><Relationship Id="rId5" Type="http://schemas.openxmlformats.org/officeDocument/2006/relationships/image" Target="../media/image2.png"/><Relationship Id="rId6" Type="http://schemas.openxmlformats.org/officeDocument/2006/relationships/image" Target="../media/image35.png"/><Relationship Id="rId7" Type="http://schemas.openxmlformats.org/officeDocument/2006/relationships/image" Target="../media/image24.png"/><Relationship Id="rId8" Type="http://schemas.openxmlformats.org/officeDocument/2006/relationships/image" Target="../media/image37.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9.png"/><Relationship Id="rId3" Type="http://schemas.openxmlformats.org/officeDocument/2006/relationships/image" Target="../media/image28.png"/><Relationship Id="rId4" Type="http://schemas.openxmlformats.org/officeDocument/2006/relationships/image" Target="../media/image2.png"/><Relationship Id="rId10" Type="http://schemas.openxmlformats.org/officeDocument/2006/relationships/image" Target="../media/image17.png"/><Relationship Id="rId9" Type="http://schemas.openxmlformats.org/officeDocument/2006/relationships/image" Target="../media/image23.png"/><Relationship Id="rId5" Type="http://schemas.openxmlformats.org/officeDocument/2006/relationships/image" Target="../media/image12.png"/><Relationship Id="rId6" Type="http://schemas.openxmlformats.org/officeDocument/2006/relationships/image" Target="../media/image32.png"/><Relationship Id="rId7" Type="http://schemas.openxmlformats.org/officeDocument/2006/relationships/image" Target="../media/image7.png"/><Relationship Id="rId8" Type="http://schemas.openxmlformats.org/officeDocument/2006/relationships/image" Target="../media/image14.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9.png"/><Relationship Id="rId3" Type="http://schemas.openxmlformats.org/officeDocument/2006/relationships/image" Target="../media/image28.png"/><Relationship Id="rId4" Type="http://schemas.openxmlformats.org/officeDocument/2006/relationships/image" Target="../media/image2.png"/><Relationship Id="rId9" Type="http://schemas.openxmlformats.org/officeDocument/2006/relationships/image" Target="../media/image17.png"/><Relationship Id="rId5" Type="http://schemas.openxmlformats.org/officeDocument/2006/relationships/image" Target="../media/image12.png"/><Relationship Id="rId6" Type="http://schemas.openxmlformats.org/officeDocument/2006/relationships/image" Target="../media/image7.png"/><Relationship Id="rId7" Type="http://schemas.openxmlformats.org/officeDocument/2006/relationships/image" Target="../media/image14.png"/><Relationship Id="rId8" Type="http://schemas.openxmlformats.org/officeDocument/2006/relationships/image" Target="../media/image23.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0.png"/><Relationship Id="rId3" Type="http://schemas.openxmlformats.org/officeDocument/2006/relationships/image" Target="../media/image28.png"/><Relationship Id="rId4" Type="http://schemas.openxmlformats.org/officeDocument/2006/relationships/image" Target="../media/image9.png"/><Relationship Id="rId10" Type="http://schemas.openxmlformats.org/officeDocument/2006/relationships/image" Target="../media/image37.png"/><Relationship Id="rId9" Type="http://schemas.openxmlformats.org/officeDocument/2006/relationships/image" Target="../media/image24.png"/><Relationship Id="rId5" Type="http://schemas.openxmlformats.org/officeDocument/2006/relationships/image" Target="../media/image26.png"/><Relationship Id="rId6" Type="http://schemas.openxmlformats.org/officeDocument/2006/relationships/image" Target="../media/image19.png"/><Relationship Id="rId7" Type="http://schemas.openxmlformats.org/officeDocument/2006/relationships/image" Target="../media/image7.png"/><Relationship Id="rId8" Type="http://schemas.openxmlformats.org/officeDocument/2006/relationships/image" Target="../media/image32.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2.png"/><Relationship Id="rId3" Type="http://schemas.openxmlformats.org/officeDocument/2006/relationships/image" Target="../media/image28.png"/><Relationship Id="rId4" Type="http://schemas.openxmlformats.org/officeDocument/2006/relationships/image" Target="../media/image2.png"/><Relationship Id="rId10" Type="http://schemas.openxmlformats.org/officeDocument/2006/relationships/image" Target="../media/image17.png"/><Relationship Id="rId9" Type="http://schemas.openxmlformats.org/officeDocument/2006/relationships/image" Target="../media/image23.png"/><Relationship Id="rId5" Type="http://schemas.openxmlformats.org/officeDocument/2006/relationships/image" Target="../media/image12.png"/><Relationship Id="rId6" Type="http://schemas.openxmlformats.org/officeDocument/2006/relationships/image" Target="../media/image32.png"/><Relationship Id="rId7" Type="http://schemas.openxmlformats.org/officeDocument/2006/relationships/image" Target="../media/image7.png"/><Relationship Id="rId8" Type="http://schemas.openxmlformats.org/officeDocument/2006/relationships/image" Target="../media/image14.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28.png"/><Relationship Id="rId4" Type="http://schemas.openxmlformats.org/officeDocument/2006/relationships/image" Target="../media/image9.png"/><Relationship Id="rId10" Type="http://schemas.openxmlformats.org/officeDocument/2006/relationships/image" Target="../media/image37.png"/><Relationship Id="rId9" Type="http://schemas.openxmlformats.org/officeDocument/2006/relationships/image" Target="../media/image24.png"/><Relationship Id="rId5" Type="http://schemas.openxmlformats.org/officeDocument/2006/relationships/image" Target="../media/image26.png"/><Relationship Id="rId6" Type="http://schemas.openxmlformats.org/officeDocument/2006/relationships/image" Target="../media/image19.png"/><Relationship Id="rId7" Type="http://schemas.openxmlformats.org/officeDocument/2006/relationships/image" Target="../media/image7.png"/><Relationship Id="rId8" Type="http://schemas.openxmlformats.org/officeDocument/2006/relationships/image" Target="../media/image32.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png"/><Relationship Id="rId4" Type="http://schemas.openxmlformats.org/officeDocument/2006/relationships/image" Target="../media/image12.png"/><Relationship Id="rId5" Type="http://schemas.openxmlformats.org/officeDocument/2006/relationships/image" Target="../media/image7.png"/><Relationship Id="rId6" Type="http://schemas.openxmlformats.org/officeDocument/2006/relationships/image" Target="../media/image14.png"/><Relationship Id="rId7" Type="http://schemas.openxmlformats.org/officeDocument/2006/relationships/image" Target="../media/image23.png"/><Relationship Id="rId8" Type="http://schemas.openxmlformats.org/officeDocument/2006/relationships/image" Target="../media/image17.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8.png"/><Relationship Id="rId4" Type="http://schemas.openxmlformats.org/officeDocument/2006/relationships/image" Target="../media/image2.png"/><Relationship Id="rId10" Type="http://schemas.openxmlformats.org/officeDocument/2006/relationships/image" Target="../media/image17.png"/><Relationship Id="rId9" Type="http://schemas.openxmlformats.org/officeDocument/2006/relationships/image" Target="../media/image23.png"/><Relationship Id="rId5" Type="http://schemas.openxmlformats.org/officeDocument/2006/relationships/image" Target="../media/image12.png"/><Relationship Id="rId6" Type="http://schemas.openxmlformats.org/officeDocument/2006/relationships/image" Target="../media/image32.png"/><Relationship Id="rId7" Type="http://schemas.openxmlformats.org/officeDocument/2006/relationships/image" Target="../media/image7.png"/><Relationship Id="rId8" Type="http://schemas.openxmlformats.org/officeDocument/2006/relationships/image" Target="../media/image14.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5.png"/><Relationship Id="rId3" Type="http://schemas.openxmlformats.org/officeDocument/2006/relationships/image" Target="../media/image6.png"/><Relationship Id="rId4" Type="http://schemas.openxmlformats.org/officeDocument/2006/relationships/image" Target="../media/image9.png"/><Relationship Id="rId11" Type="http://schemas.openxmlformats.org/officeDocument/2006/relationships/image" Target="../media/image23.png"/><Relationship Id="rId10" Type="http://schemas.openxmlformats.org/officeDocument/2006/relationships/image" Target="../media/image11.png"/><Relationship Id="rId9" Type="http://schemas.openxmlformats.org/officeDocument/2006/relationships/image" Target="../media/image37.png"/><Relationship Id="rId5" Type="http://schemas.openxmlformats.org/officeDocument/2006/relationships/image" Target="../media/image67.png"/><Relationship Id="rId6" Type="http://schemas.openxmlformats.org/officeDocument/2006/relationships/image" Target="../media/image2.png"/><Relationship Id="rId7" Type="http://schemas.openxmlformats.org/officeDocument/2006/relationships/image" Target="../media/image35.png"/><Relationship Id="rId8" Type="http://schemas.openxmlformats.org/officeDocument/2006/relationships/image" Target="../media/image24.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2.png"/><Relationship Id="rId3" Type="http://schemas.openxmlformats.org/officeDocument/2006/relationships/image" Target="../media/image28.png"/><Relationship Id="rId4" Type="http://schemas.openxmlformats.org/officeDocument/2006/relationships/image" Target="../media/image14.png"/><Relationship Id="rId9" Type="http://schemas.openxmlformats.org/officeDocument/2006/relationships/image" Target="../media/image11.png"/><Relationship Id="rId5" Type="http://schemas.openxmlformats.org/officeDocument/2006/relationships/image" Target="../media/image23.png"/><Relationship Id="rId6" Type="http://schemas.openxmlformats.org/officeDocument/2006/relationships/image" Target="../media/image17.png"/><Relationship Id="rId7" Type="http://schemas.openxmlformats.org/officeDocument/2006/relationships/image" Target="../media/image26.png"/><Relationship Id="rId8" Type="http://schemas.openxmlformats.org/officeDocument/2006/relationships/image" Target="../media/image18.png"/></Relationships>
</file>

<file path=ppt/slideLayouts/_rels/slideLayout33.xml.rels><?xml version="1.0" encoding="UTF-8" standalone="yes"?><Relationships xmlns="http://schemas.openxmlformats.org/package/2006/relationships"><Relationship Id="rId11" Type="http://schemas.openxmlformats.org/officeDocument/2006/relationships/image" Target="../media/image28.png"/><Relationship Id="rId10" Type="http://schemas.openxmlformats.org/officeDocument/2006/relationships/image" Target="../media/image2.png"/><Relationship Id="rId13" Type="http://schemas.openxmlformats.org/officeDocument/2006/relationships/image" Target="../media/image14.png"/><Relationship Id="rId12" Type="http://schemas.openxmlformats.org/officeDocument/2006/relationships/image" Target="../media/image17.png"/><Relationship Id="rId1" Type="http://schemas.openxmlformats.org/officeDocument/2006/relationships/slideMaster" Target="../slideMasters/slideMaster1.xml"/><Relationship Id="rId2" Type="http://schemas.openxmlformats.org/officeDocument/2006/relationships/image" Target="../media/image29.png"/><Relationship Id="rId3" Type="http://schemas.openxmlformats.org/officeDocument/2006/relationships/image" Target="../media/image6.png"/><Relationship Id="rId4" Type="http://schemas.openxmlformats.org/officeDocument/2006/relationships/image" Target="../media/image12.png"/><Relationship Id="rId9" Type="http://schemas.openxmlformats.org/officeDocument/2006/relationships/image" Target="../media/image18.png"/><Relationship Id="rId15" Type="http://schemas.openxmlformats.org/officeDocument/2006/relationships/hyperlink" Target="http://bit.ly/2TyoMsr" TargetMode="External"/><Relationship Id="rId14" Type="http://schemas.openxmlformats.org/officeDocument/2006/relationships/hyperlink" Target="https://bit.ly/3A1uf1Q" TargetMode="External"/><Relationship Id="rId16" Type="http://schemas.openxmlformats.org/officeDocument/2006/relationships/hyperlink" Target="http://bit.ly/2TtBDfr" TargetMode="External"/><Relationship Id="rId5" Type="http://schemas.openxmlformats.org/officeDocument/2006/relationships/image" Target="../media/image41.png"/><Relationship Id="rId6" Type="http://schemas.openxmlformats.org/officeDocument/2006/relationships/image" Target="../media/image10.png"/><Relationship Id="rId7" Type="http://schemas.openxmlformats.org/officeDocument/2006/relationships/image" Target="../media/image35.png"/><Relationship Id="rId8" Type="http://schemas.openxmlformats.org/officeDocument/2006/relationships/image" Target="../media/image54.png"/></Relationships>
</file>

<file path=ppt/slideLayouts/_rels/slideLayout34.xml.rels><?xml version="1.0" encoding="UTF-8" standalone="yes"?><Relationships xmlns="http://schemas.openxmlformats.org/package/2006/relationships"><Relationship Id="rId10" Type="http://schemas.openxmlformats.org/officeDocument/2006/relationships/image" Target="../media/image17.png"/><Relationship Id="rId1" Type="http://schemas.openxmlformats.org/officeDocument/2006/relationships/slideMaster" Target="../slideMasters/slideMaster1.xml"/><Relationship Id="rId2" Type="http://schemas.openxmlformats.org/officeDocument/2006/relationships/image" Target="../media/image30.png"/><Relationship Id="rId3" Type="http://schemas.openxmlformats.org/officeDocument/2006/relationships/image" Target="../media/image28.png"/><Relationship Id="rId4" Type="http://schemas.openxmlformats.org/officeDocument/2006/relationships/image" Target="../media/image2.png"/><Relationship Id="rId9" Type="http://schemas.openxmlformats.org/officeDocument/2006/relationships/image" Target="../media/image23.png"/><Relationship Id="rId5" Type="http://schemas.openxmlformats.org/officeDocument/2006/relationships/image" Target="../media/image12.png"/><Relationship Id="rId6" Type="http://schemas.openxmlformats.org/officeDocument/2006/relationships/image" Target="../media/image32.png"/><Relationship Id="rId7" Type="http://schemas.openxmlformats.org/officeDocument/2006/relationships/image" Target="../media/image7.png"/><Relationship Id="rId8" Type="http://schemas.openxmlformats.org/officeDocument/2006/relationships/image" Target="../media/image14.png"/></Relationships>
</file>

<file path=ppt/slideLayouts/_rels/slideLayout35.xml.rels><?xml version="1.0" encoding="UTF-8" standalone="yes"?><Relationships xmlns="http://schemas.openxmlformats.org/package/2006/relationships"><Relationship Id="rId11" Type="http://schemas.openxmlformats.org/officeDocument/2006/relationships/image" Target="../media/image54.png"/><Relationship Id="rId10" Type="http://schemas.openxmlformats.org/officeDocument/2006/relationships/image" Target="../media/image35.png"/><Relationship Id="rId13" Type="http://schemas.openxmlformats.org/officeDocument/2006/relationships/image" Target="../media/image24.png"/><Relationship Id="rId12" Type="http://schemas.openxmlformats.org/officeDocument/2006/relationships/image" Target="../media/image18.png"/><Relationship Id="rId1" Type="http://schemas.openxmlformats.org/officeDocument/2006/relationships/slideMaster" Target="../slideMasters/slideMaster1.xml"/><Relationship Id="rId2" Type="http://schemas.openxmlformats.org/officeDocument/2006/relationships/image" Target="../media/image42.png"/><Relationship Id="rId3" Type="http://schemas.openxmlformats.org/officeDocument/2006/relationships/image" Target="../media/image100.png"/><Relationship Id="rId4" Type="http://schemas.openxmlformats.org/officeDocument/2006/relationships/image" Target="../media/image93.png"/><Relationship Id="rId9" Type="http://schemas.openxmlformats.org/officeDocument/2006/relationships/image" Target="../media/image2.png"/><Relationship Id="rId5" Type="http://schemas.openxmlformats.org/officeDocument/2006/relationships/image" Target="../media/image28.png"/><Relationship Id="rId6" Type="http://schemas.openxmlformats.org/officeDocument/2006/relationships/image" Target="../media/image6.png"/><Relationship Id="rId7" Type="http://schemas.openxmlformats.org/officeDocument/2006/relationships/image" Target="../media/image9.png"/><Relationship Id="rId8" Type="http://schemas.openxmlformats.org/officeDocument/2006/relationships/image" Target="../media/image67.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8" name="Shape 8"/>
        <p:cNvGrpSpPr/>
        <p:nvPr/>
      </p:nvGrpSpPr>
      <p:grpSpPr>
        <a:xfrm>
          <a:off x="0" y="0"/>
          <a:ext cx="0" cy="0"/>
          <a:chOff x="0" y="0"/>
          <a:chExt cx="0" cy="0"/>
        </a:xfrm>
      </p:grpSpPr>
      <p:pic>
        <p:nvPicPr>
          <p:cNvPr id="9" name="Google Shape;9;p2"/>
          <p:cNvPicPr preferRelativeResize="0"/>
          <p:nvPr/>
        </p:nvPicPr>
        <p:blipFill>
          <a:blip r:embed="rId2">
            <a:alphaModFix/>
          </a:blip>
          <a:stretch>
            <a:fillRect/>
          </a:stretch>
        </p:blipFill>
        <p:spPr>
          <a:xfrm>
            <a:off x="0" y="0"/>
            <a:ext cx="9144003" cy="5143493"/>
          </a:xfrm>
          <a:prstGeom prst="rect">
            <a:avLst/>
          </a:prstGeom>
          <a:noFill/>
          <a:ln>
            <a:noFill/>
          </a:ln>
        </p:spPr>
      </p:pic>
      <p:sp>
        <p:nvSpPr>
          <p:cNvPr id="10" name="Google Shape;10;p2"/>
          <p:cNvSpPr txBox="1"/>
          <p:nvPr>
            <p:ph type="ctrTitle"/>
          </p:nvPr>
        </p:nvSpPr>
        <p:spPr>
          <a:xfrm>
            <a:off x="1037250" y="2460775"/>
            <a:ext cx="7069500" cy="972900"/>
          </a:xfrm>
          <a:prstGeom prst="rect">
            <a:avLst/>
          </a:prstGeom>
        </p:spPr>
        <p:txBody>
          <a:bodyPr anchorCtr="0" anchor="b" bIns="91425" lIns="91425" spcFirstLastPara="1" rIns="91425" wrap="square" tIns="91425">
            <a:noAutofit/>
          </a:bodyPr>
          <a:lstStyle>
            <a:lvl1pPr lvl="0" rtl="0" algn="ctr">
              <a:lnSpc>
                <a:spcPct val="90000"/>
              </a:lnSpc>
              <a:spcBef>
                <a:spcPts val="0"/>
              </a:spcBef>
              <a:spcAft>
                <a:spcPts val="0"/>
              </a:spcAft>
              <a:buSzPts val="5200"/>
              <a:buNone/>
              <a:defRPr sz="49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11" name="Google Shape;11;p2"/>
          <p:cNvSpPr txBox="1"/>
          <p:nvPr>
            <p:ph idx="1" type="subTitle"/>
          </p:nvPr>
        </p:nvSpPr>
        <p:spPr>
          <a:xfrm>
            <a:off x="1315875" y="3615275"/>
            <a:ext cx="6512400" cy="409500"/>
          </a:xfrm>
          <a:prstGeom prst="rect">
            <a:avLst/>
          </a:prstGeom>
          <a:solidFill>
            <a:schemeClr val="dk2"/>
          </a:solidFill>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sz="1800">
                <a:latin typeface="Palanquin"/>
                <a:ea typeface="Palanquin"/>
                <a:cs typeface="Palanquin"/>
                <a:sym typeface="Palanquin"/>
              </a:defRPr>
            </a:lvl1pPr>
            <a:lvl2pPr lvl="1" rtl="0" algn="ctr">
              <a:lnSpc>
                <a:spcPct val="100000"/>
              </a:lnSpc>
              <a:spcBef>
                <a:spcPts val="0"/>
              </a:spcBef>
              <a:spcAft>
                <a:spcPts val="0"/>
              </a:spcAft>
              <a:buSzPts val="1800"/>
              <a:buNone/>
              <a:defRPr sz="1800"/>
            </a:lvl2pPr>
            <a:lvl3pPr lvl="2" rtl="0" algn="ctr">
              <a:lnSpc>
                <a:spcPct val="100000"/>
              </a:lnSpc>
              <a:spcBef>
                <a:spcPts val="0"/>
              </a:spcBef>
              <a:spcAft>
                <a:spcPts val="0"/>
              </a:spcAft>
              <a:buSzPts val="1800"/>
              <a:buNone/>
              <a:defRPr sz="1800"/>
            </a:lvl3pPr>
            <a:lvl4pPr lvl="3" rtl="0" algn="ctr">
              <a:lnSpc>
                <a:spcPct val="100000"/>
              </a:lnSpc>
              <a:spcBef>
                <a:spcPts val="0"/>
              </a:spcBef>
              <a:spcAft>
                <a:spcPts val="0"/>
              </a:spcAft>
              <a:buSzPts val="1800"/>
              <a:buNone/>
              <a:defRPr sz="1800"/>
            </a:lvl4pPr>
            <a:lvl5pPr lvl="4" rtl="0" algn="ctr">
              <a:lnSpc>
                <a:spcPct val="100000"/>
              </a:lnSpc>
              <a:spcBef>
                <a:spcPts val="0"/>
              </a:spcBef>
              <a:spcAft>
                <a:spcPts val="0"/>
              </a:spcAft>
              <a:buSzPts val="1800"/>
              <a:buNone/>
              <a:defRPr sz="1800"/>
            </a:lvl5pPr>
            <a:lvl6pPr lvl="5" rtl="0" algn="ctr">
              <a:lnSpc>
                <a:spcPct val="100000"/>
              </a:lnSpc>
              <a:spcBef>
                <a:spcPts val="0"/>
              </a:spcBef>
              <a:spcAft>
                <a:spcPts val="0"/>
              </a:spcAft>
              <a:buSzPts val="1800"/>
              <a:buNone/>
              <a:defRPr sz="1800"/>
            </a:lvl6pPr>
            <a:lvl7pPr lvl="6" rtl="0" algn="ctr">
              <a:lnSpc>
                <a:spcPct val="100000"/>
              </a:lnSpc>
              <a:spcBef>
                <a:spcPts val="0"/>
              </a:spcBef>
              <a:spcAft>
                <a:spcPts val="0"/>
              </a:spcAft>
              <a:buSzPts val="1800"/>
              <a:buNone/>
              <a:defRPr sz="1800"/>
            </a:lvl7pPr>
            <a:lvl8pPr lvl="7" rtl="0" algn="ctr">
              <a:lnSpc>
                <a:spcPct val="100000"/>
              </a:lnSpc>
              <a:spcBef>
                <a:spcPts val="0"/>
              </a:spcBef>
              <a:spcAft>
                <a:spcPts val="0"/>
              </a:spcAft>
              <a:buSzPts val="1800"/>
              <a:buNone/>
              <a:defRPr sz="1800"/>
            </a:lvl8pPr>
            <a:lvl9pPr lvl="8" rtl="0" algn="ctr">
              <a:lnSpc>
                <a:spcPct val="100000"/>
              </a:lnSpc>
              <a:spcBef>
                <a:spcPts val="0"/>
              </a:spcBef>
              <a:spcAft>
                <a:spcPts val="0"/>
              </a:spcAft>
              <a:buSzPts val="1800"/>
              <a:buNone/>
              <a:defRPr sz="1800"/>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2" name="Shape 12"/>
        <p:cNvGrpSpPr/>
        <p:nvPr/>
      </p:nvGrpSpPr>
      <p:grpSpPr>
        <a:xfrm>
          <a:off x="0" y="0"/>
          <a:ext cx="0" cy="0"/>
          <a:chOff x="0" y="0"/>
          <a:chExt cx="0" cy="0"/>
        </a:xfrm>
      </p:grpSpPr>
      <p:pic>
        <p:nvPicPr>
          <p:cNvPr id="13" name="Google Shape;13;p3"/>
          <p:cNvPicPr preferRelativeResize="0"/>
          <p:nvPr/>
        </p:nvPicPr>
        <p:blipFill>
          <a:blip r:embed="rId2">
            <a:alphaModFix/>
          </a:blip>
          <a:stretch>
            <a:fillRect/>
          </a:stretch>
        </p:blipFill>
        <p:spPr>
          <a:xfrm>
            <a:off x="0" y="0"/>
            <a:ext cx="9144003" cy="5143501"/>
          </a:xfrm>
          <a:prstGeom prst="rect">
            <a:avLst/>
          </a:prstGeom>
          <a:noFill/>
          <a:ln>
            <a:noFill/>
          </a:ln>
        </p:spPr>
      </p:pic>
      <p:sp>
        <p:nvSpPr>
          <p:cNvPr id="14" name="Google Shape;14;p3"/>
          <p:cNvSpPr txBox="1"/>
          <p:nvPr>
            <p:ph type="title"/>
          </p:nvPr>
        </p:nvSpPr>
        <p:spPr>
          <a:xfrm>
            <a:off x="4860575" y="2204650"/>
            <a:ext cx="3568200" cy="1299000"/>
          </a:xfrm>
          <a:prstGeom prst="rect">
            <a:avLst/>
          </a:prstGeom>
        </p:spPr>
        <p:txBody>
          <a:bodyPr anchorCtr="0" anchor="b" bIns="91425" lIns="91425" spcFirstLastPara="1" rIns="91425" wrap="square" tIns="91425">
            <a:noAutofit/>
          </a:bodyPr>
          <a:lstStyle>
            <a:lvl1pPr lvl="0" rtl="0" algn="l">
              <a:spcBef>
                <a:spcPts val="0"/>
              </a:spcBef>
              <a:spcAft>
                <a:spcPts val="0"/>
              </a:spcAft>
              <a:buSzPts val="3600"/>
              <a:buNone/>
              <a:defRPr sz="36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15" name="Google Shape;15;p3"/>
          <p:cNvSpPr txBox="1"/>
          <p:nvPr>
            <p:ph hasCustomPrompt="1" idx="2" type="title"/>
          </p:nvPr>
        </p:nvSpPr>
        <p:spPr>
          <a:xfrm>
            <a:off x="4991725" y="1100050"/>
            <a:ext cx="1333500" cy="1104600"/>
          </a:xfrm>
          <a:prstGeom prst="rect">
            <a:avLst/>
          </a:prstGeom>
          <a:solidFill>
            <a:schemeClr val="dk2"/>
          </a:solidFill>
        </p:spPr>
        <p:txBody>
          <a:bodyPr anchorCtr="0" anchor="ctr" bIns="91425" lIns="91425" spcFirstLastPara="1" rIns="91425" wrap="square" tIns="91425">
            <a:noAutofit/>
          </a:bodyPr>
          <a:lstStyle>
            <a:lvl1pPr lvl="0" rtl="0" algn="ctr">
              <a:spcBef>
                <a:spcPts val="0"/>
              </a:spcBef>
              <a:spcAft>
                <a:spcPts val="0"/>
              </a:spcAft>
              <a:buSzPts val="6000"/>
              <a:buNone/>
              <a:defRPr sz="6000"/>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a:r>
              <a:t>xx%</a:t>
            </a:r>
          </a:p>
        </p:txBody>
      </p:sp>
      <p:sp>
        <p:nvSpPr>
          <p:cNvPr id="16" name="Google Shape;16;p3"/>
          <p:cNvSpPr txBox="1"/>
          <p:nvPr>
            <p:ph idx="1" type="subTitle"/>
          </p:nvPr>
        </p:nvSpPr>
        <p:spPr>
          <a:xfrm>
            <a:off x="4860575" y="3503650"/>
            <a:ext cx="2907600" cy="6921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6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pic>
        <p:nvPicPr>
          <p:cNvPr id="17" name="Google Shape;17;p3"/>
          <p:cNvPicPr preferRelativeResize="0"/>
          <p:nvPr/>
        </p:nvPicPr>
        <p:blipFill>
          <a:blip r:embed="rId3">
            <a:alphaModFix/>
          </a:blip>
          <a:stretch>
            <a:fillRect/>
          </a:stretch>
        </p:blipFill>
        <p:spPr>
          <a:xfrm rot="3263644">
            <a:off x="808746" y="3794994"/>
            <a:ext cx="156961" cy="2731122"/>
          </a:xfrm>
          <a:prstGeom prst="rect">
            <a:avLst/>
          </a:prstGeom>
          <a:noFill/>
          <a:ln>
            <a:noFill/>
          </a:ln>
        </p:spPr>
      </p:pic>
      <p:pic>
        <p:nvPicPr>
          <p:cNvPr id="18" name="Google Shape;18;p3"/>
          <p:cNvPicPr preferRelativeResize="0"/>
          <p:nvPr/>
        </p:nvPicPr>
        <p:blipFill>
          <a:blip r:embed="rId4">
            <a:alphaModFix/>
          </a:blip>
          <a:stretch>
            <a:fillRect/>
          </a:stretch>
        </p:blipFill>
        <p:spPr>
          <a:xfrm rot="6631984">
            <a:off x="917" y="-141346"/>
            <a:ext cx="606432" cy="996325"/>
          </a:xfrm>
          <a:prstGeom prst="rect">
            <a:avLst/>
          </a:prstGeom>
          <a:noFill/>
          <a:ln>
            <a:noFill/>
          </a:ln>
        </p:spPr>
      </p:pic>
      <p:pic>
        <p:nvPicPr>
          <p:cNvPr id="19" name="Google Shape;19;p3"/>
          <p:cNvPicPr preferRelativeResize="0"/>
          <p:nvPr/>
        </p:nvPicPr>
        <p:blipFill>
          <a:blip r:embed="rId5">
            <a:alphaModFix/>
          </a:blip>
          <a:stretch>
            <a:fillRect/>
          </a:stretch>
        </p:blipFill>
        <p:spPr>
          <a:xfrm rot="-5400000">
            <a:off x="-248013" y="493526"/>
            <a:ext cx="1197500" cy="1363500"/>
          </a:xfrm>
          <a:prstGeom prst="rect">
            <a:avLst/>
          </a:prstGeom>
          <a:noFill/>
          <a:ln>
            <a:noFill/>
          </a:ln>
        </p:spPr>
      </p:pic>
      <p:pic>
        <p:nvPicPr>
          <p:cNvPr id="20" name="Google Shape;20;p3"/>
          <p:cNvPicPr preferRelativeResize="0"/>
          <p:nvPr/>
        </p:nvPicPr>
        <p:blipFill>
          <a:blip r:embed="rId6">
            <a:alphaModFix/>
          </a:blip>
          <a:stretch>
            <a:fillRect/>
          </a:stretch>
        </p:blipFill>
        <p:spPr>
          <a:xfrm rot="5400000">
            <a:off x="201281" y="1405718"/>
            <a:ext cx="597036" cy="1402135"/>
          </a:xfrm>
          <a:prstGeom prst="rect">
            <a:avLst/>
          </a:prstGeom>
          <a:noFill/>
          <a:ln>
            <a:noFill/>
          </a:ln>
        </p:spPr>
      </p:pic>
      <p:pic>
        <p:nvPicPr>
          <p:cNvPr id="21" name="Google Shape;21;p3"/>
          <p:cNvPicPr preferRelativeResize="0"/>
          <p:nvPr/>
        </p:nvPicPr>
        <p:blipFill>
          <a:blip r:embed="rId7">
            <a:alphaModFix/>
          </a:blip>
          <a:stretch>
            <a:fillRect/>
          </a:stretch>
        </p:blipFill>
        <p:spPr>
          <a:xfrm rot="3671907">
            <a:off x="-353426" y="3187722"/>
            <a:ext cx="773422" cy="2239580"/>
          </a:xfrm>
          <a:prstGeom prst="rect">
            <a:avLst/>
          </a:prstGeom>
          <a:noFill/>
          <a:ln>
            <a:noFill/>
          </a:ln>
        </p:spPr>
      </p:pic>
      <p:pic>
        <p:nvPicPr>
          <p:cNvPr id="22" name="Google Shape;22;p3"/>
          <p:cNvPicPr preferRelativeResize="0"/>
          <p:nvPr/>
        </p:nvPicPr>
        <p:blipFill>
          <a:blip r:embed="rId8">
            <a:alphaModFix/>
          </a:blip>
          <a:stretch>
            <a:fillRect/>
          </a:stretch>
        </p:blipFill>
        <p:spPr>
          <a:xfrm rot="1326096">
            <a:off x="-412449" y="3610934"/>
            <a:ext cx="1824500" cy="2276758"/>
          </a:xfrm>
          <a:prstGeom prst="rect">
            <a:avLst/>
          </a:prstGeom>
          <a:noFill/>
          <a:ln>
            <a:noFill/>
          </a:ln>
        </p:spPr>
      </p:pic>
      <p:pic>
        <p:nvPicPr>
          <p:cNvPr id="23" name="Google Shape;23;p3"/>
          <p:cNvPicPr preferRelativeResize="0"/>
          <p:nvPr/>
        </p:nvPicPr>
        <p:blipFill>
          <a:blip r:embed="rId9">
            <a:alphaModFix/>
          </a:blip>
          <a:stretch>
            <a:fillRect/>
          </a:stretch>
        </p:blipFill>
        <p:spPr>
          <a:xfrm rot="4355597">
            <a:off x="-924500" y="1714930"/>
            <a:ext cx="1158879" cy="3645650"/>
          </a:xfrm>
          <a:prstGeom prst="rect">
            <a:avLst/>
          </a:prstGeom>
          <a:noFill/>
          <a:ln>
            <a:noFill/>
          </a:ln>
        </p:spPr>
      </p:pic>
      <p:pic>
        <p:nvPicPr>
          <p:cNvPr id="24" name="Google Shape;24;p3"/>
          <p:cNvPicPr preferRelativeResize="0"/>
          <p:nvPr/>
        </p:nvPicPr>
        <p:blipFill>
          <a:blip r:embed="rId3">
            <a:alphaModFix/>
          </a:blip>
          <a:stretch>
            <a:fillRect/>
          </a:stretch>
        </p:blipFill>
        <p:spPr>
          <a:xfrm rot="5400004">
            <a:off x="-828278" y="1305257"/>
            <a:ext cx="156961" cy="2731121"/>
          </a:xfrm>
          <a:prstGeom prst="rect">
            <a:avLst/>
          </a:prstGeom>
          <a:noFill/>
          <a:ln>
            <a:noFill/>
          </a:ln>
        </p:spPr>
      </p:pic>
      <p:pic>
        <p:nvPicPr>
          <p:cNvPr id="25" name="Google Shape;25;p3"/>
          <p:cNvPicPr preferRelativeResize="0"/>
          <p:nvPr/>
        </p:nvPicPr>
        <p:blipFill>
          <a:blip r:embed="rId10">
            <a:alphaModFix/>
          </a:blip>
          <a:stretch>
            <a:fillRect/>
          </a:stretch>
        </p:blipFill>
        <p:spPr>
          <a:xfrm rot="7295875">
            <a:off x="867004" y="-886212"/>
            <a:ext cx="659392" cy="1899274"/>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6" name="Shape 26"/>
        <p:cNvGrpSpPr/>
        <p:nvPr/>
      </p:nvGrpSpPr>
      <p:grpSpPr>
        <a:xfrm>
          <a:off x="0" y="0"/>
          <a:ext cx="0" cy="0"/>
          <a:chOff x="0" y="0"/>
          <a:chExt cx="0" cy="0"/>
        </a:xfrm>
      </p:grpSpPr>
      <p:pic>
        <p:nvPicPr>
          <p:cNvPr id="27" name="Google Shape;27;p4"/>
          <p:cNvPicPr preferRelativeResize="0"/>
          <p:nvPr/>
        </p:nvPicPr>
        <p:blipFill>
          <a:blip r:embed="rId2">
            <a:alphaModFix/>
          </a:blip>
          <a:stretch>
            <a:fillRect/>
          </a:stretch>
        </p:blipFill>
        <p:spPr>
          <a:xfrm>
            <a:off x="0" y="0"/>
            <a:ext cx="9144003" cy="5143501"/>
          </a:xfrm>
          <a:prstGeom prst="rect">
            <a:avLst/>
          </a:prstGeom>
          <a:noFill/>
          <a:ln>
            <a:noFill/>
          </a:ln>
        </p:spPr>
      </p:pic>
      <p:sp>
        <p:nvSpPr>
          <p:cNvPr id="28" name="Google Shape;28;p4"/>
          <p:cNvSpPr txBox="1"/>
          <p:nvPr>
            <p:ph type="title"/>
          </p:nvPr>
        </p:nvSpPr>
        <p:spPr>
          <a:xfrm>
            <a:off x="720000" y="483547"/>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500"/>
              <a:buNone/>
              <a:defRPr sz="32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29" name="Google Shape;29;p4"/>
          <p:cNvSpPr txBox="1"/>
          <p:nvPr>
            <p:ph idx="1" type="body"/>
          </p:nvPr>
        </p:nvSpPr>
        <p:spPr>
          <a:xfrm>
            <a:off x="720000" y="1152475"/>
            <a:ext cx="7704000" cy="410700"/>
          </a:xfrm>
          <a:prstGeom prst="rect">
            <a:avLst/>
          </a:prstGeom>
        </p:spPr>
        <p:txBody>
          <a:bodyPr anchorCtr="0" anchor="t" bIns="91425" lIns="91425" spcFirstLastPara="1" rIns="91425" wrap="square" tIns="91425">
            <a:noAutofit/>
          </a:bodyPr>
          <a:lstStyle>
            <a:lvl1pPr indent="-317500" lvl="0" marL="457200" rtl="0" algn="ctr">
              <a:lnSpc>
                <a:spcPct val="115000"/>
              </a:lnSpc>
              <a:spcBef>
                <a:spcPts val="0"/>
              </a:spcBef>
              <a:spcAft>
                <a:spcPts val="0"/>
              </a:spcAft>
              <a:buSzPts val="1400"/>
              <a:buChar char="●"/>
              <a:defRPr sz="1400"/>
            </a:lvl1pPr>
            <a:lvl2pPr indent="-317500" lvl="1" marL="914400" rtl="0">
              <a:lnSpc>
                <a:spcPct val="115000"/>
              </a:lnSpc>
              <a:spcBef>
                <a:spcPts val="0"/>
              </a:spcBef>
              <a:spcAft>
                <a:spcPts val="0"/>
              </a:spcAft>
              <a:buSzPts val="1400"/>
              <a:buChar char="○"/>
              <a:defRPr/>
            </a:lvl2pPr>
            <a:lvl3pPr indent="-317500" lvl="2" marL="1371600" rtl="0">
              <a:lnSpc>
                <a:spcPct val="115000"/>
              </a:lnSpc>
              <a:spcBef>
                <a:spcPts val="0"/>
              </a:spcBef>
              <a:spcAft>
                <a:spcPts val="0"/>
              </a:spcAft>
              <a:buSzPts val="1400"/>
              <a:buChar char="■"/>
              <a:defRPr/>
            </a:lvl3pPr>
            <a:lvl4pPr indent="-317500" lvl="3" marL="1828800" rtl="0">
              <a:lnSpc>
                <a:spcPct val="115000"/>
              </a:lnSpc>
              <a:spcBef>
                <a:spcPts val="0"/>
              </a:spcBef>
              <a:spcAft>
                <a:spcPts val="0"/>
              </a:spcAft>
              <a:buSzPts val="1400"/>
              <a:buChar char="●"/>
              <a:defRPr/>
            </a:lvl4pPr>
            <a:lvl5pPr indent="-317500" lvl="4" marL="2286000" rtl="0">
              <a:lnSpc>
                <a:spcPct val="115000"/>
              </a:lnSpc>
              <a:spcBef>
                <a:spcPts val="0"/>
              </a:spcBef>
              <a:spcAft>
                <a:spcPts val="0"/>
              </a:spcAft>
              <a:buSzPts val="1400"/>
              <a:buChar char="○"/>
              <a:defRPr/>
            </a:lvl5pPr>
            <a:lvl6pPr indent="-317500" lvl="5" marL="2743200" rtl="0">
              <a:lnSpc>
                <a:spcPct val="115000"/>
              </a:lnSpc>
              <a:spcBef>
                <a:spcPts val="0"/>
              </a:spcBef>
              <a:spcAft>
                <a:spcPts val="0"/>
              </a:spcAft>
              <a:buSzPts val="1400"/>
              <a:buChar char="■"/>
              <a:defRPr/>
            </a:lvl6pPr>
            <a:lvl7pPr indent="-317500" lvl="6" marL="3200400" rtl="0">
              <a:lnSpc>
                <a:spcPct val="115000"/>
              </a:lnSpc>
              <a:spcBef>
                <a:spcPts val="0"/>
              </a:spcBef>
              <a:spcAft>
                <a:spcPts val="0"/>
              </a:spcAft>
              <a:buSzPts val="1400"/>
              <a:buChar char="●"/>
              <a:defRPr/>
            </a:lvl7pPr>
            <a:lvl8pPr indent="-317500" lvl="7" marL="3657600" rtl="0">
              <a:lnSpc>
                <a:spcPct val="115000"/>
              </a:lnSpc>
              <a:spcBef>
                <a:spcPts val="0"/>
              </a:spcBef>
              <a:spcAft>
                <a:spcPts val="0"/>
              </a:spcAft>
              <a:buSzPts val="1400"/>
              <a:buChar char="○"/>
              <a:defRPr/>
            </a:lvl8pPr>
            <a:lvl9pPr indent="-317500" lvl="8" marL="4114800" rtl="0">
              <a:lnSpc>
                <a:spcPct val="115000"/>
              </a:lnSpc>
              <a:spcBef>
                <a:spcPts val="0"/>
              </a:spcBef>
              <a:spcAft>
                <a:spcPts val="0"/>
              </a:spcAft>
              <a:buSzPts val="1400"/>
              <a:buChar char="■"/>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0" name="Shape 30"/>
        <p:cNvGrpSpPr/>
        <p:nvPr/>
      </p:nvGrpSpPr>
      <p:grpSpPr>
        <a:xfrm>
          <a:off x="0" y="0"/>
          <a:ext cx="0" cy="0"/>
          <a:chOff x="0" y="0"/>
          <a:chExt cx="0" cy="0"/>
        </a:xfrm>
      </p:grpSpPr>
      <p:pic>
        <p:nvPicPr>
          <p:cNvPr id="31" name="Google Shape;31;p5"/>
          <p:cNvPicPr preferRelativeResize="0"/>
          <p:nvPr/>
        </p:nvPicPr>
        <p:blipFill>
          <a:blip r:embed="rId2">
            <a:alphaModFix/>
          </a:blip>
          <a:stretch>
            <a:fillRect/>
          </a:stretch>
        </p:blipFill>
        <p:spPr>
          <a:xfrm>
            <a:off x="0" y="0"/>
            <a:ext cx="9144003" cy="5143501"/>
          </a:xfrm>
          <a:prstGeom prst="rect">
            <a:avLst/>
          </a:prstGeom>
          <a:noFill/>
          <a:ln>
            <a:noFill/>
          </a:ln>
        </p:spPr>
      </p:pic>
      <p:sp>
        <p:nvSpPr>
          <p:cNvPr id="32" name="Google Shape;32;p5"/>
          <p:cNvSpPr txBox="1"/>
          <p:nvPr>
            <p:ph idx="1" type="subTitle"/>
          </p:nvPr>
        </p:nvSpPr>
        <p:spPr>
          <a:xfrm>
            <a:off x="1114575" y="1584250"/>
            <a:ext cx="3257100" cy="25206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33" name="Google Shape;33;p5"/>
          <p:cNvSpPr txBox="1"/>
          <p:nvPr>
            <p:ph idx="2" type="subTitle"/>
          </p:nvPr>
        </p:nvSpPr>
        <p:spPr>
          <a:xfrm>
            <a:off x="4772319" y="1584250"/>
            <a:ext cx="3257100" cy="25206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34" name="Google Shape;34;p5"/>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pic>
        <p:nvPicPr>
          <p:cNvPr id="35" name="Google Shape;35;p5"/>
          <p:cNvPicPr preferRelativeResize="0"/>
          <p:nvPr/>
        </p:nvPicPr>
        <p:blipFill>
          <a:blip r:embed="rId3">
            <a:alphaModFix/>
          </a:blip>
          <a:stretch>
            <a:fillRect/>
          </a:stretch>
        </p:blipFill>
        <p:spPr>
          <a:xfrm rot="9422014">
            <a:off x="8604894" y="3904898"/>
            <a:ext cx="893238" cy="2248730"/>
          </a:xfrm>
          <a:prstGeom prst="rect">
            <a:avLst/>
          </a:prstGeom>
          <a:noFill/>
          <a:ln>
            <a:noFill/>
          </a:ln>
        </p:spPr>
      </p:pic>
      <p:pic>
        <p:nvPicPr>
          <p:cNvPr id="36" name="Google Shape;36;p5"/>
          <p:cNvPicPr preferRelativeResize="0"/>
          <p:nvPr/>
        </p:nvPicPr>
        <p:blipFill>
          <a:blip r:embed="rId4">
            <a:alphaModFix/>
          </a:blip>
          <a:stretch>
            <a:fillRect/>
          </a:stretch>
        </p:blipFill>
        <p:spPr>
          <a:xfrm rot="-1949726">
            <a:off x="9193373" y="2109484"/>
            <a:ext cx="1120952" cy="3526335"/>
          </a:xfrm>
          <a:prstGeom prst="rect">
            <a:avLst/>
          </a:prstGeom>
          <a:noFill/>
          <a:ln>
            <a:noFill/>
          </a:ln>
        </p:spPr>
      </p:pic>
      <p:pic>
        <p:nvPicPr>
          <p:cNvPr id="37" name="Google Shape;37;p5"/>
          <p:cNvPicPr preferRelativeResize="0"/>
          <p:nvPr/>
        </p:nvPicPr>
        <p:blipFill>
          <a:blip r:embed="rId5">
            <a:alphaModFix/>
          </a:blip>
          <a:stretch>
            <a:fillRect/>
          </a:stretch>
        </p:blipFill>
        <p:spPr>
          <a:xfrm>
            <a:off x="-796445" y="-167161"/>
            <a:ext cx="1476948" cy="1515064"/>
          </a:xfrm>
          <a:prstGeom prst="rect">
            <a:avLst/>
          </a:prstGeom>
          <a:noFill/>
          <a:ln>
            <a:noFill/>
          </a:ln>
        </p:spPr>
      </p:pic>
      <p:pic>
        <p:nvPicPr>
          <p:cNvPr id="38" name="Google Shape;38;p5"/>
          <p:cNvPicPr preferRelativeResize="0"/>
          <p:nvPr/>
        </p:nvPicPr>
        <p:blipFill>
          <a:blip r:embed="rId6">
            <a:alphaModFix/>
          </a:blip>
          <a:stretch>
            <a:fillRect/>
          </a:stretch>
        </p:blipFill>
        <p:spPr>
          <a:xfrm>
            <a:off x="-982678" y="1194026"/>
            <a:ext cx="1615114" cy="1839040"/>
          </a:xfrm>
          <a:prstGeom prst="rect">
            <a:avLst/>
          </a:prstGeom>
          <a:noFill/>
          <a:ln>
            <a:noFill/>
          </a:ln>
        </p:spPr>
      </p:pic>
      <p:pic>
        <p:nvPicPr>
          <p:cNvPr id="39" name="Google Shape;39;p5"/>
          <p:cNvPicPr preferRelativeResize="0"/>
          <p:nvPr/>
        </p:nvPicPr>
        <p:blipFill>
          <a:blip r:embed="rId7">
            <a:alphaModFix/>
          </a:blip>
          <a:stretch>
            <a:fillRect/>
          </a:stretch>
        </p:blipFill>
        <p:spPr>
          <a:xfrm rot="-1846097">
            <a:off x="9023822" y="3070948"/>
            <a:ext cx="207681" cy="2104498"/>
          </a:xfrm>
          <a:prstGeom prst="rect">
            <a:avLst/>
          </a:prstGeom>
          <a:noFill/>
          <a:ln>
            <a:noFill/>
          </a:ln>
        </p:spPr>
      </p:pic>
      <p:pic>
        <p:nvPicPr>
          <p:cNvPr id="40" name="Google Shape;40;p5"/>
          <p:cNvPicPr preferRelativeResize="0"/>
          <p:nvPr/>
        </p:nvPicPr>
        <p:blipFill>
          <a:blip r:embed="rId8">
            <a:alphaModFix/>
          </a:blip>
          <a:stretch>
            <a:fillRect/>
          </a:stretch>
        </p:blipFill>
        <p:spPr>
          <a:xfrm rot="2392916">
            <a:off x="-853314" y="2836821"/>
            <a:ext cx="888486" cy="2572748"/>
          </a:xfrm>
          <a:prstGeom prst="rect">
            <a:avLst/>
          </a:prstGeom>
          <a:noFill/>
          <a:ln>
            <a:noFill/>
          </a:ln>
        </p:spPr>
      </p:pic>
      <p:pic>
        <p:nvPicPr>
          <p:cNvPr id="41" name="Google Shape;41;p5"/>
          <p:cNvPicPr preferRelativeResize="0"/>
          <p:nvPr/>
        </p:nvPicPr>
        <p:blipFill>
          <a:blip r:embed="rId9">
            <a:alphaModFix/>
          </a:blip>
          <a:stretch>
            <a:fillRect/>
          </a:stretch>
        </p:blipFill>
        <p:spPr>
          <a:xfrm rot="4518101">
            <a:off x="-1011265" y="3842317"/>
            <a:ext cx="1672286" cy="1920034"/>
          </a:xfrm>
          <a:prstGeom prst="rect">
            <a:avLst/>
          </a:prstGeom>
          <a:noFill/>
          <a:ln>
            <a:noFill/>
          </a:ln>
        </p:spPr>
      </p:pic>
      <p:pic>
        <p:nvPicPr>
          <p:cNvPr id="42" name="Google Shape;42;p5"/>
          <p:cNvPicPr preferRelativeResize="0"/>
          <p:nvPr/>
        </p:nvPicPr>
        <p:blipFill>
          <a:blip r:embed="rId10">
            <a:alphaModFix/>
          </a:blip>
          <a:stretch>
            <a:fillRect/>
          </a:stretch>
        </p:blipFill>
        <p:spPr>
          <a:xfrm>
            <a:off x="8427075" y="227950"/>
            <a:ext cx="1615100" cy="1949066"/>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3" name="Shape 43"/>
        <p:cNvGrpSpPr/>
        <p:nvPr/>
      </p:nvGrpSpPr>
      <p:grpSpPr>
        <a:xfrm>
          <a:off x="0" y="0"/>
          <a:ext cx="0" cy="0"/>
          <a:chOff x="0" y="0"/>
          <a:chExt cx="0" cy="0"/>
        </a:xfrm>
      </p:grpSpPr>
      <p:pic>
        <p:nvPicPr>
          <p:cNvPr id="44" name="Google Shape;44;p6"/>
          <p:cNvPicPr preferRelativeResize="0"/>
          <p:nvPr/>
        </p:nvPicPr>
        <p:blipFill>
          <a:blip r:embed="rId2">
            <a:alphaModFix/>
          </a:blip>
          <a:stretch>
            <a:fillRect/>
          </a:stretch>
        </p:blipFill>
        <p:spPr>
          <a:xfrm>
            <a:off x="-1" y="0"/>
            <a:ext cx="9144003" cy="5143501"/>
          </a:xfrm>
          <a:prstGeom prst="rect">
            <a:avLst/>
          </a:prstGeom>
          <a:noFill/>
          <a:ln>
            <a:noFill/>
          </a:ln>
        </p:spPr>
      </p:pic>
      <p:sp>
        <p:nvSpPr>
          <p:cNvPr id="45" name="Google Shape;45;p6"/>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pic>
        <p:nvPicPr>
          <p:cNvPr id="46" name="Google Shape;46;p6"/>
          <p:cNvPicPr preferRelativeResize="0"/>
          <p:nvPr/>
        </p:nvPicPr>
        <p:blipFill>
          <a:blip r:embed="rId3">
            <a:alphaModFix/>
          </a:blip>
          <a:stretch>
            <a:fillRect/>
          </a:stretch>
        </p:blipFill>
        <p:spPr>
          <a:xfrm flipH="1" rot="-9313635">
            <a:off x="-677151" y="2083800"/>
            <a:ext cx="924283" cy="2326864"/>
          </a:xfrm>
          <a:prstGeom prst="rect">
            <a:avLst/>
          </a:prstGeom>
          <a:noFill/>
          <a:ln>
            <a:noFill/>
          </a:ln>
        </p:spPr>
      </p:pic>
      <p:pic>
        <p:nvPicPr>
          <p:cNvPr id="47" name="Google Shape;47;p6"/>
          <p:cNvPicPr preferRelativeResize="0"/>
          <p:nvPr/>
        </p:nvPicPr>
        <p:blipFill>
          <a:blip r:embed="rId4">
            <a:alphaModFix/>
          </a:blip>
          <a:stretch>
            <a:fillRect/>
          </a:stretch>
        </p:blipFill>
        <p:spPr>
          <a:xfrm flipH="1" rot="-1599092">
            <a:off x="9240479" y="424848"/>
            <a:ext cx="281748" cy="3263154"/>
          </a:xfrm>
          <a:prstGeom prst="rect">
            <a:avLst/>
          </a:prstGeom>
          <a:noFill/>
          <a:ln>
            <a:noFill/>
          </a:ln>
        </p:spPr>
      </p:pic>
      <p:pic>
        <p:nvPicPr>
          <p:cNvPr id="48" name="Google Shape;48;p6"/>
          <p:cNvPicPr preferRelativeResize="0"/>
          <p:nvPr/>
        </p:nvPicPr>
        <p:blipFill>
          <a:blip r:embed="rId5">
            <a:alphaModFix/>
          </a:blip>
          <a:stretch>
            <a:fillRect/>
          </a:stretch>
        </p:blipFill>
        <p:spPr>
          <a:xfrm flipH="1" rot="1762862">
            <a:off x="-528663" y="3440037"/>
            <a:ext cx="793450" cy="1247775"/>
          </a:xfrm>
          <a:prstGeom prst="rect">
            <a:avLst/>
          </a:prstGeom>
          <a:noFill/>
          <a:ln>
            <a:noFill/>
          </a:ln>
        </p:spPr>
      </p:pic>
      <p:pic>
        <p:nvPicPr>
          <p:cNvPr id="49" name="Google Shape;49;p6"/>
          <p:cNvPicPr preferRelativeResize="0"/>
          <p:nvPr/>
        </p:nvPicPr>
        <p:blipFill>
          <a:blip r:embed="rId6">
            <a:alphaModFix/>
          </a:blip>
          <a:stretch>
            <a:fillRect/>
          </a:stretch>
        </p:blipFill>
        <p:spPr>
          <a:xfrm flipH="1" rot="3470458">
            <a:off x="7724500" y="2548196"/>
            <a:ext cx="2927147" cy="1120450"/>
          </a:xfrm>
          <a:prstGeom prst="rect">
            <a:avLst/>
          </a:prstGeom>
          <a:noFill/>
          <a:ln>
            <a:noFill/>
          </a:ln>
        </p:spPr>
      </p:pic>
      <p:pic>
        <p:nvPicPr>
          <p:cNvPr id="50" name="Google Shape;50;p6"/>
          <p:cNvPicPr preferRelativeResize="0"/>
          <p:nvPr/>
        </p:nvPicPr>
        <p:blipFill>
          <a:blip r:embed="rId7">
            <a:alphaModFix/>
          </a:blip>
          <a:stretch>
            <a:fillRect/>
          </a:stretch>
        </p:blipFill>
        <p:spPr>
          <a:xfrm flipH="1" rot="-1366062">
            <a:off x="8860663" y="2866845"/>
            <a:ext cx="268274" cy="2718458"/>
          </a:xfrm>
          <a:prstGeom prst="rect">
            <a:avLst/>
          </a:prstGeom>
          <a:noFill/>
          <a:ln>
            <a:noFill/>
          </a:ln>
        </p:spPr>
      </p:pic>
      <p:pic>
        <p:nvPicPr>
          <p:cNvPr id="51" name="Google Shape;51;p6"/>
          <p:cNvPicPr preferRelativeResize="0"/>
          <p:nvPr/>
        </p:nvPicPr>
        <p:blipFill>
          <a:blip r:embed="rId8">
            <a:alphaModFix/>
          </a:blip>
          <a:stretch>
            <a:fillRect/>
          </a:stretch>
        </p:blipFill>
        <p:spPr>
          <a:xfrm>
            <a:off x="45077" y="4295494"/>
            <a:ext cx="1248100" cy="1421138"/>
          </a:xfrm>
          <a:prstGeom prst="rect">
            <a:avLst/>
          </a:prstGeom>
          <a:noFill/>
          <a:ln>
            <a:noFill/>
          </a:ln>
        </p:spPr>
      </p:pic>
      <p:pic>
        <p:nvPicPr>
          <p:cNvPr id="52" name="Google Shape;52;p6"/>
          <p:cNvPicPr preferRelativeResize="0"/>
          <p:nvPr/>
        </p:nvPicPr>
        <p:blipFill>
          <a:blip r:embed="rId9">
            <a:alphaModFix/>
          </a:blip>
          <a:stretch>
            <a:fillRect/>
          </a:stretch>
        </p:blipFill>
        <p:spPr>
          <a:xfrm rot="-1209382">
            <a:off x="8899752" y="3921404"/>
            <a:ext cx="218545" cy="2771838"/>
          </a:xfrm>
          <a:prstGeom prst="rect">
            <a:avLst/>
          </a:prstGeom>
          <a:noFill/>
          <a:ln>
            <a:noFill/>
          </a:ln>
        </p:spPr>
      </p:pic>
      <p:pic>
        <p:nvPicPr>
          <p:cNvPr id="53" name="Google Shape;53;p6"/>
          <p:cNvPicPr preferRelativeResize="0"/>
          <p:nvPr/>
        </p:nvPicPr>
        <p:blipFill>
          <a:blip r:embed="rId10">
            <a:alphaModFix/>
          </a:blip>
          <a:stretch>
            <a:fillRect/>
          </a:stretch>
        </p:blipFill>
        <p:spPr>
          <a:xfrm rot="-644089">
            <a:off x="-856616" y="1102420"/>
            <a:ext cx="1538432" cy="1751983"/>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54" name="Shape 54"/>
        <p:cNvGrpSpPr/>
        <p:nvPr/>
      </p:nvGrpSpPr>
      <p:grpSpPr>
        <a:xfrm>
          <a:off x="0" y="0"/>
          <a:ext cx="0" cy="0"/>
          <a:chOff x="0" y="0"/>
          <a:chExt cx="0" cy="0"/>
        </a:xfrm>
      </p:grpSpPr>
      <p:pic>
        <p:nvPicPr>
          <p:cNvPr id="55" name="Google Shape;55;p7"/>
          <p:cNvPicPr preferRelativeResize="0"/>
          <p:nvPr/>
        </p:nvPicPr>
        <p:blipFill>
          <a:blip r:embed="rId2">
            <a:alphaModFix/>
          </a:blip>
          <a:stretch>
            <a:fillRect/>
          </a:stretch>
        </p:blipFill>
        <p:spPr>
          <a:xfrm>
            <a:off x="0" y="0"/>
            <a:ext cx="9144003" cy="5143501"/>
          </a:xfrm>
          <a:prstGeom prst="rect">
            <a:avLst/>
          </a:prstGeom>
          <a:noFill/>
          <a:ln>
            <a:noFill/>
          </a:ln>
        </p:spPr>
      </p:pic>
      <p:sp>
        <p:nvSpPr>
          <p:cNvPr id="56" name="Google Shape;56;p7"/>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57" name="Google Shape;57;p7"/>
          <p:cNvSpPr txBox="1"/>
          <p:nvPr>
            <p:ph idx="1" type="body"/>
          </p:nvPr>
        </p:nvSpPr>
        <p:spPr>
          <a:xfrm>
            <a:off x="3855400" y="2087400"/>
            <a:ext cx="3788100" cy="1883100"/>
          </a:xfrm>
          <a:prstGeom prst="rect">
            <a:avLst/>
          </a:prstGeom>
        </p:spPr>
        <p:txBody>
          <a:bodyPr anchorCtr="0" anchor="t" bIns="91425" lIns="91425" spcFirstLastPara="1" rIns="91425" wrap="square" tIns="91425">
            <a:noAutofit/>
          </a:bodyPr>
          <a:lstStyle>
            <a:lvl1pPr indent="-317500" lvl="0" marL="457200" rtl="0">
              <a:lnSpc>
                <a:spcPct val="115000"/>
              </a:lnSpc>
              <a:spcBef>
                <a:spcPts val="0"/>
              </a:spcBef>
              <a:spcAft>
                <a:spcPts val="0"/>
              </a:spcAft>
              <a:buSzPts val="1400"/>
              <a:buChar char="⟡"/>
              <a:defRPr sz="1400"/>
            </a:lvl1pPr>
            <a:lvl2pPr indent="-317500" lvl="1" marL="914400" rtl="0">
              <a:lnSpc>
                <a:spcPct val="115000"/>
              </a:lnSpc>
              <a:spcBef>
                <a:spcPts val="0"/>
              </a:spcBef>
              <a:spcAft>
                <a:spcPts val="0"/>
              </a:spcAft>
              <a:buSzPts val="1400"/>
              <a:buChar char="○"/>
              <a:defRPr/>
            </a:lvl2pPr>
            <a:lvl3pPr indent="-317500" lvl="2" marL="1371600" rtl="0">
              <a:lnSpc>
                <a:spcPct val="115000"/>
              </a:lnSpc>
              <a:spcBef>
                <a:spcPts val="0"/>
              </a:spcBef>
              <a:spcAft>
                <a:spcPts val="0"/>
              </a:spcAft>
              <a:buSzPts val="1400"/>
              <a:buChar char="■"/>
              <a:defRPr/>
            </a:lvl3pPr>
            <a:lvl4pPr indent="-317500" lvl="3" marL="1828800" rtl="0">
              <a:lnSpc>
                <a:spcPct val="115000"/>
              </a:lnSpc>
              <a:spcBef>
                <a:spcPts val="0"/>
              </a:spcBef>
              <a:spcAft>
                <a:spcPts val="0"/>
              </a:spcAft>
              <a:buSzPts val="1400"/>
              <a:buChar char="●"/>
              <a:defRPr/>
            </a:lvl4pPr>
            <a:lvl5pPr indent="-317500" lvl="4" marL="2286000" rtl="0">
              <a:lnSpc>
                <a:spcPct val="115000"/>
              </a:lnSpc>
              <a:spcBef>
                <a:spcPts val="0"/>
              </a:spcBef>
              <a:spcAft>
                <a:spcPts val="0"/>
              </a:spcAft>
              <a:buSzPts val="1400"/>
              <a:buChar char="○"/>
              <a:defRPr/>
            </a:lvl5pPr>
            <a:lvl6pPr indent="-317500" lvl="5" marL="2743200" rtl="0">
              <a:lnSpc>
                <a:spcPct val="115000"/>
              </a:lnSpc>
              <a:spcBef>
                <a:spcPts val="0"/>
              </a:spcBef>
              <a:spcAft>
                <a:spcPts val="0"/>
              </a:spcAft>
              <a:buSzPts val="1400"/>
              <a:buChar char="■"/>
              <a:defRPr/>
            </a:lvl6pPr>
            <a:lvl7pPr indent="-317500" lvl="6" marL="3200400" rtl="0">
              <a:lnSpc>
                <a:spcPct val="115000"/>
              </a:lnSpc>
              <a:spcBef>
                <a:spcPts val="0"/>
              </a:spcBef>
              <a:spcAft>
                <a:spcPts val="0"/>
              </a:spcAft>
              <a:buSzPts val="1400"/>
              <a:buChar char="●"/>
              <a:defRPr/>
            </a:lvl7pPr>
            <a:lvl8pPr indent="-317500" lvl="7" marL="3657600" rtl="0">
              <a:lnSpc>
                <a:spcPct val="115000"/>
              </a:lnSpc>
              <a:spcBef>
                <a:spcPts val="0"/>
              </a:spcBef>
              <a:spcAft>
                <a:spcPts val="0"/>
              </a:spcAft>
              <a:buSzPts val="1400"/>
              <a:buChar char="○"/>
              <a:defRPr/>
            </a:lvl8pPr>
            <a:lvl9pPr indent="-317500" lvl="8" marL="4114800" rtl="0">
              <a:lnSpc>
                <a:spcPct val="115000"/>
              </a:lnSpc>
              <a:spcBef>
                <a:spcPts val="0"/>
              </a:spcBef>
              <a:spcAft>
                <a:spcPts val="0"/>
              </a:spcAft>
              <a:buSzPts val="1400"/>
              <a:buChar char="■"/>
              <a:defRPr/>
            </a:lvl9pPr>
          </a:lstStyle>
          <a:p/>
        </p:txBody>
      </p:sp>
      <p:pic>
        <p:nvPicPr>
          <p:cNvPr id="58" name="Google Shape;58;p7"/>
          <p:cNvPicPr preferRelativeResize="0"/>
          <p:nvPr/>
        </p:nvPicPr>
        <p:blipFill>
          <a:blip r:embed="rId3">
            <a:alphaModFix/>
          </a:blip>
          <a:stretch>
            <a:fillRect/>
          </a:stretch>
        </p:blipFill>
        <p:spPr>
          <a:xfrm flipH="1" rot="-3263644">
            <a:off x="9274662" y="3993119"/>
            <a:ext cx="156961" cy="2731122"/>
          </a:xfrm>
          <a:prstGeom prst="rect">
            <a:avLst/>
          </a:prstGeom>
          <a:noFill/>
          <a:ln>
            <a:noFill/>
          </a:ln>
        </p:spPr>
      </p:pic>
      <p:pic>
        <p:nvPicPr>
          <p:cNvPr id="59" name="Google Shape;59;p7"/>
          <p:cNvPicPr preferRelativeResize="0"/>
          <p:nvPr/>
        </p:nvPicPr>
        <p:blipFill>
          <a:blip r:embed="rId4">
            <a:alphaModFix/>
          </a:blip>
          <a:stretch>
            <a:fillRect/>
          </a:stretch>
        </p:blipFill>
        <p:spPr>
          <a:xfrm flipH="1" rot="5400000">
            <a:off x="8605358" y="709776"/>
            <a:ext cx="1197500" cy="1363500"/>
          </a:xfrm>
          <a:prstGeom prst="rect">
            <a:avLst/>
          </a:prstGeom>
          <a:noFill/>
          <a:ln>
            <a:noFill/>
          </a:ln>
        </p:spPr>
      </p:pic>
      <p:pic>
        <p:nvPicPr>
          <p:cNvPr id="60" name="Google Shape;60;p7"/>
          <p:cNvPicPr preferRelativeResize="0"/>
          <p:nvPr/>
        </p:nvPicPr>
        <p:blipFill>
          <a:blip r:embed="rId5">
            <a:alphaModFix/>
          </a:blip>
          <a:stretch>
            <a:fillRect/>
          </a:stretch>
        </p:blipFill>
        <p:spPr>
          <a:xfrm flipH="1" rot="-5400000">
            <a:off x="8905577" y="1405718"/>
            <a:ext cx="597036" cy="1402135"/>
          </a:xfrm>
          <a:prstGeom prst="rect">
            <a:avLst/>
          </a:prstGeom>
          <a:noFill/>
          <a:ln>
            <a:noFill/>
          </a:ln>
        </p:spPr>
      </p:pic>
      <p:pic>
        <p:nvPicPr>
          <p:cNvPr id="61" name="Google Shape;61;p7"/>
          <p:cNvPicPr preferRelativeResize="0"/>
          <p:nvPr/>
        </p:nvPicPr>
        <p:blipFill>
          <a:blip r:embed="rId6">
            <a:alphaModFix/>
          </a:blip>
          <a:stretch>
            <a:fillRect/>
          </a:stretch>
        </p:blipFill>
        <p:spPr>
          <a:xfrm flipH="1" rot="-3671907">
            <a:off x="9283898" y="3187722"/>
            <a:ext cx="773422" cy="2239580"/>
          </a:xfrm>
          <a:prstGeom prst="rect">
            <a:avLst/>
          </a:prstGeom>
          <a:noFill/>
          <a:ln>
            <a:noFill/>
          </a:ln>
        </p:spPr>
      </p:pic>
      <p:pic>
        <p:nvPicPr>
          <p:cNvPr id="62" name="Google Shape;62;p7"/>
          <p:cNvPicPr preferRelativeResize="0"/>
          <p:nvPr/>
        </p:nvPicPr>
        <p:blipFill>
          <a:blip r:embed="rId7">
            <a:alphaModFix/>
          </a:blip>
          <a:stretch>
            <a:fillRect/>
          </a:stretch>
        </p:blipFill>
        <p:spPr>
          <a:xfrm flipH="1" rot="-1326096">
            <a:off x="8291844" y="3610934"/>
            <a:ext cx="1824500" cy="2276758"/>
          </a:xfrm>
          <a:prstGeom prst="rect">
            <a:avLst/>
          </a:prstGeom>
          <a:noFill/>
          <a:ln>
            <a:noFill/>
          </a:ln>
        </p:spPr>
      </p:pic>
      <p:pic>
        <p:nvPicPr>
          <p:cNvPr id="63" name="Google Shape;63;p7"/>
          <p:cNvPicPr preferRelativeResize="0"/>
          <p:nvPr/>
        </p:nvPicPr>
        <p:blipFill>
          <a:blip r:embed="rId8">
            <a:alphaModFix/>
          </a:blip>
          <a:stretch>
            <a:fillRect/>
          </a:stretch>
        </p:blipFill>
        <p:spPr>
          <a:xfrm flipH="1" rot="-4355597">
            <a:off x="9469516" y="1714930"/>
            <a:ext cx="1158879" cy="3645650"/>
          </a:xfrm>
          <a:prstGeom prst="rect">
            <a:avLst/>
          </a:prstGeom>
          <a:noFill/>
          <a:ln>
            <a:noFill/>
          </a:ln>
        </p:spPr>
      </p:pic>
      <p:pic>
        <p:nvPicPr>
          <p:cNvPr id="64" name="Google Shape;64;p7"/>
          <p:cNvPicPr preferRelativeResize="0"/>
          <p:nvPr/>
        </p:nvPicPr>
        <p:blipFill>
          <a:blip r:embed="rId3">
            <a:alphaModFix/>
          </a:blip>
          <a:stretch>
            <a:fillRect/>
          </a:stretch>
        </p:blipFill>
        <p:spPr>
          <a:xfrm flipH="1" rot="-5400004">
            <a:off x="10375211" y="1305257"/>
            <a:ext cx="156961" cy="2731121"/>
          </a:xfrm>
          <a:prstGeom prst="rect">
            <a:avLst/>
          </a:prstGeom>
          <a:noFill/>
          <a:ln>
            <a:noFill/>
          </a:ln>
        </p:spPr>
      </p:pic>
      <p:pic>
        <p:nvPicPr>
          <p:cNvPr id="65" name="Google Shape;65;p7"/>
          <p:cNvPicPr preferRelativeResize="0"/>
          <p:nvPr/>
        </p:nvPicPr>
        <p:blipFill>
          <a:blip r:embed="rId9">
            <a:alphaModFix/>
          </a:blip>
          <a:stretch>
            <a:fillRect/>
          </a:stretch>
        </p:blipFill>
        <p:spPr>
          <a:xfrm flipH="1" rot="-7295875">
            <a:off x="9023449" y="-865787"/>
            <a:ext cx="659392" cy="1899274"/>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66" name="Shape 66"/>
        <p:cNvGrpSpPr/>
        <p:nvPr/>
      </p:nvGrpSpPr>
      <p:grpSpPr>
        <a:xfrm>
          <a:off x="0" y="0"/>
          <a:ext cx="0" cy="0"/>
          <a:chOff x="0" y="0"/>
          <a:chExt cx="0" cy="0"/>
        </a:xfrm>
      </p:grpSpPr>
      <p:pic>
        <p:nvPicPr>
          <p:cNvPr id="67" name="Google Shape;67;p8"/>
          <p:cNvPicPr preferRelativeResize="0"/>
          <p:nvPr/>
        </p:nvPicPr>
        <p:blipFill>
          <a:blip r:embed="rId2">
            <a:alphaModFix/>
          </a:blip>
          <a:stretch>
            <a:fillRect/>
          </a:stretch>
        </p:blipFill>
        <p:spPr>
          <a:xfrm>
            <a:off x="0" y="0"/>
            <a:ext cx="9144003" cy="5143501"/>
          </a:xfrm>
          <a:prstGeom prst="rect">
            <a:avLst/>
          </a:prstGeom>
          <a:noFill/>
          <a:ln>
            <a:noFill/>
          </a:ln>
        </p:spPr>
      </p:pic>
      <p:sp>
        <p:nvSpPr>
          <p:cNvPr id="68" name="Google Shape;68;p8"/>
          <p:cNvSpPr txBox="1"/>
          <p:nvPr>
            <p:ph type="title"/>
          </p:nvPr>
        </p:nvSpPr>
        <p:spPr>
          <a:xfrm>
            <a:off x="1947750" y="1307100"/>
            <a:ext cx="5248500" cy="25293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6000"/>
              <a:buNone/>
              <a:defRPr sz="6000"/>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p:txBody>
      </p:sp>
      <p:pic>
        <p:nvPicPr>
          <p:cNvPr id="69" name="Google Shape;69;p8"/>
          <p:cNvPicPr preferRelativeResize="0"/>
          <p:nvPr/>
        </p:nvPicPr>
        <p:blipFill>
          <a:blip r:embed="rId3">
            <a:alphaModFix/>
          </a:blip>
          <a:stretch>
            <a:fillRect/>
          </a:stretch>
        </p:blipFill>
        <p:spPr>
          <a:xfrm rot="5400000">
            <a:off x="-494186" y="206397"/>
            <a:ext cx="149150" cy="2595250"/>
          </a:xfrm>
          <a:prstGeom prst="rect">
            <a:avLst/>
          </a:prstGeom>
          <a:noFill/>
          <a:ln>
            <a:noFill/>
          </a:ln>
        </p:spPr>
      </p:pic>
      <p:pic>
        <p:nvPicPr>
          <p:cNvPr id="70" name="Google Shape;70;p8"/>
          <p:cNvPicPr preferRelativeResize="0"/>
          <p:nvPr/>
        </p:nvPicPr>
        <p:blipFill>
          <a:blip r:embed="rId4">
            <a:alphaModFix/>
          </a:blip>
          <a:stretch>
            <a:fillRect/>
          </a:stretch>
        </p:blipFill>
        <p:spPr>
          <a:xfrm rot="5400000">
            <a:off x="-811760" y="-1405197"/>
            <a:ext cx="308400" cy="3572000"/>
          </a:xfrm>
          <a:prstGeom prst="rect">
            <a:avLst/>
          </a:prstGeom>
          <a:noFill/>
          <a:ln>
            <a:noFill/>
          </a:ln>
        </p:spPr>
      </p:pic>
      <p:pic>
        <p:nvPicPr>
          <p:cNvPr id="71" name="Google Shape;71;p8"/>
          <p:cNvPicPr preferRelativeResize="0"/>
          <p:nvPr/>
        </p:nvPicPr>
        <p:blipFill>
          <a:blip r:embed="rId5">
            <a:alphaModFix/>
          </a:blip>
          <a:stretch>
            <a:fillRect/>
          </a:stretch>
        </p:blipFill>
        <p:spPr>
          <a:xfrm rot="5399998">
            <a:off x="-661627" y="1883751"/>
            <a:ext cx="1066756" cy="3355847"/>
          </a:xfrm>
          <a:prstGeom prst="rect">
            <a:avLst/>
          </a:prstGeom>
          <a:noFill/>
          <a:ln>
            <a:noFill/>
          </a:ln>
        </p:spPr>
      </p:pic>
      <p:pic>
        <p:nvPicPr>
          <p:cNvPr id="72" name="Google Shape;72;p8"/>
          <p:cNvPicPr preferRelativeResize="0"/>
          <p:nvPr/>
        </p:nvPicPr>
        <p:blipFill>
          <a:blip r:embed="rId6">
            <a:alphaModFix/>
          </a:blip>
          <a:stretch>
            <a:fillRect/>
          </a:stretch>
        </p:blipFill>
        <p:spPr>
          <a:xfrm rot="5853275">
            <a:off x="-679300" y="2664464"/>
            <a:ext cx="740577" cy="2922349"/>
          </a:xfrm>
          <a:prstGeom prst="rect">
            <a:avLst/>
          </a:prstGeom>
          <a:noFill/>
          <a:ln>
            <a:noFill/>
          </a:ln>
        </p:spPr>
      </p:pic>
      <p:pic>
        <p:nvPicPr>
          <p:cNvPr id="73" name="Google Shape;73;p8"/>
          <p:cNvPicPr preferRelativeResize="0"/>
          <p:nvPr/>
        </p:nvPicPr>
        <p:blipFill>
          <a:blip r:embed="rId7">
            <a:alphaModFix/>
          </a:blip>
          <a:stretch>
            <a:fillRect/>
          </a:stretch>
        </p:blipFill>
        <p:spPr>
          <a:xfrm rot="5234615">
            <a:off x="-328406" y="2184989"/>
            <a:ext cx="152305" cy="1931635"/>
          </a:xfrm>
          <a:prstGeom prst="rect">
            <a:avLst/>
          </a:prstGeom>
          <a:noFill/>
          <a:ln>
            <a:noFill/>
          </a:ln>
        </p:spPr>
      </p:pic>
      <p:pic>
        <p:nvPicPr>
          <p:cNvPr id="74" name="Google Shape;74;p8"/>
          <p:cNvPicPr preferRelativeResize="0"/>
          <p:nvPr/>
        </p:nvPicPr>
        <p:blipFill>
          <a:blip r:embed="rId8">
            <a:alphaModFix/>
          </a:blip>
          <a:stretch>
            <a:fillRect/>
          </a:stretch>
        </p:blipFill>
        <p:spPr>
          <a:xfrm rot="3722120">
            <a:off x="-216529" y="-1035681"/>
            <a:ext cx="1692913" cy="1927926"/>
          </a:xfrm>
          <a:prstGeom prst="rect">
            <a:avLst/>
          </a:prstGeom>
          <a:noFill/>
          <a:ln>
            <a:noFill/>
          </a:ln>
        </p:spPr>
      </p:pic>
      <p:pic>
        <p:nvPicPr>
          <p:cNvPr id="75" name="Google Shape;75;p8"/>
          <p:cNvPicPr preferRelativeResize="0"/>
          <p:nvPr/>
        </p:nvPicPr>
        <p:blipFill>
          <a:blip r:embed="rId9">
            <a:alphaModFix/>
          </a:blip>
          <a:stretch>
            <a:fillRect/>
          </a:stretch>
        </p:blipFill>
        <p:spPr>
          <a:xfrm rot="2700000">
            <a:off x="-785528" y="3998507"/>
            <a:ext cx="1522499" cy="1899886"/>
          </a:xfrm>
          <a:prstGeom prst="rect">
            <a:avLst/>
          </a:prstGeom>
          <a:noFill/>
          <a:ln>
            <a:noFill/>
          </a:ln>
        </p:spPr>
      </p:pic>
      <p:pic>
        <p:nvPicPr>
          <p:cNvPr id="76" name="Google Shape;76;p8"/>
          <p:cNvPicPr preferRelativeResize="0"/>
          <p:nvPr/>
        </p:nvPicPr>
        <p:blipFill>
          <a:blip r:embed="rId10">
            <a:alphaModFix/>
          </a:blip>
          <a:stretch>
            <a:fillRect/>
          </a:stretch>
        </p:blipFill>
        <p:spPr>
          <a:xfrm rot="8403378">
            <a:off x="-425812" y="45505"/>
            <a:ext cx="1392680" cy="1598992"/>
          </a:xfrm>
          <a:prstGeom prst="rect">
            <a:avLst/>
          </a:prstGeom>
          <a:noFill/>
          <a:ln>
            <a:noFill/>
          </a:ln>
        </p:spPr>
      </p:pic>
      <p:pic>
        <p:nvPicPr>
          <p:cNvPr id="77" name="Google Shape;77;p8"/>
          <p:cNvPicPr preferRelativeResize="0"/>
          <p:nvPr/>
        </p:nvPicPr>
        <p:blipFill>
          <a:blip r:embed="rId4">
            <a:alphaModFix/>
          </a:blip>
          <a:stretch>
            <a:fillRect/>
          </a:stretch>
        </p:blipFill>
        <p:spPr>
          <a:xfrm rot="5055178">
            <a:off x="-811773" y="4359078"/>
            <a:ext cx="308400" cy="3572000"/>
          </a:xfrm>
          <a:prstGeom prst="rect">
            <a:avLst/>
          </a:prstGeom>
          <a:noFill/>
          <a:ln>
            <a:noFill/>
          </a:ln>
        </p:spPr>
      </p:pic>
      <p:pic>
        <p:nvPicPr>
          <p:cNvPr id="78" name="Google Shape;78;p8"/>
          <p:cNvPicPr preferRelativeResize="0"/>
          <p:nvPr/>
        </p:nvPicPr>
        <p:blipFill>
          <a:blip r:embed="rId3">
            <a:alphaModFix/>
          </a:blip>
          <a:stretch>
            <a:fillRect/>
          </a:stretch>
        </p:blipFill>
        <p:spPr>
          <a:xfrm flipH="1" rot="-5400000">
            <a:off x="9389263" y="150722"/>
            <a:ext cx="149150" cy="2595250"/>
          </a:xfrm>
          <a:prstGeom prst="rect">
            <a:avLst/>
          </a:prstGeom>
          <a:noFill/>
          <a:ln>
            <a:noFill/>
          </a:ln>
        </p:spPr>
      </p:pic>
      <p:pic>
        <p:nvPicPr>
          <p:cNvPr id="79" name="Google Shape;79;p8"/>
          <p:cNvPicPr preferRelativeResize="0"/>
          <p:nvPr/>
        </p:nvPicPr>
        <p:blipFill>
          <a:blip r:embed="rId11">
            <a:alphaModFix/>
          </a:blip>
          <a:stretch>
            <a:fillRect/>
          </a:stretch>
        </p:blipFill>
        <p:spPr>
          <a:xfrm flipH="1" rot="-5400000">
            <a:off x="8742334" y="603107"/>
            <a:ext cx="712975" cy="2663942"/>
          </a:xfrm>
          <a:prstGeom prst="rect">
            <a:avLst/>
          </a:prstGeom>
          <a:noFill/>
          <a:ln>
            <a:noFill/>
          </a:ln>
        </p:spPr>
      </p:pic>
      <p:pic>
        <p:nvPicPr>
          <p:cNvPr id="80" name="Google Shape;80;p8"/>
          <p:cNvPicPr preferRelativeResize="0"/>
          <p:nvPr/>
        </p:nvPicPr>
        <p:blipFill>
          <a:blip r:embed="rId5">
            <a:alphaModFix/>
          </a:blip>
          <a:stretch>
            <a:fillRect/>
          </a:stretch>
        </p:blipFill>
        <p:spPr>
          <a:xfrm flipH="1" rot="-5399998">
            <a:off x="8378923" y="1326176"/>
            <a:ext cx="1066756" cy="3355847"/>
          </a:xfrm>
          <a:prstGeom prst="rect">
            <a:avLst/>
          </a:prstGeom>
          <a:noFill/>
          <a:ln>
            <a:noFill/>
          </a:ln>
        </p:spPr>
      </p:pic>
      <p:pic>
        <p:nvPicPr>
          <p:cNvPr id="81" name="Google Shape;81;p8"/>
          <p:cNvPicPr preferRelativeResize="0"/>
          <p:nvPr/>
        </p:nvPicPr>
        <p:blipFill>
          <a:blip r:embed="rId6">
            <a:alphaModFix/>
          </a:blip>
          <a:stretch>
            <a:fillRect/>
          </a:stretch>
        </p:blipFill>
        <p:spPr>
          <a:xfrm flipH="1" rot="-5853275">
            <a:off x="8804575" y="1973964"/>
            <a:ext cx="740577" cy="2922349"/>
          </a:xfrm>
          <a:prstGeom prst="rect">
            <a:avLst/>
          </a:prstGeom>
          <a:noFill/>
          <a:ln>
            <a:noFill/>
          </a:ln>
        </p:spPr>
      </p:pic>
      <p:pic>
        <p:nvPicPr>
          <p:cNvPr id="82" name="Google Shape;82;p8"/>
          <p:cNvPicPr preferRelativeResize="0"/>
          <p:nvPr/>
        </p:nvPicPr>
        <p:blipFill>
          <a:blip r:embed="rId7">
            <a:alphaModFix/>
          </a:blip>
          <a:stretch>
            <a:fillRect/>
          </a:stretch>
        </p:blipFill>
        <p:spPr>
          <a:xfrm flipH="1" rot="-5234615">
            <a:off x="8960153" y="1627414"/>
            <a:ext cx="152305" cy="1931635"/>
          </a:xfrm>
          <a:prstGeom prst="rect">
            <a:avLst/>
          </a:prstGeom>
          <a:noFill/>
          <a:ln>
            <a:noFill/>
          </a:ln>
        </p:spPr>
      </p:pic>
      <p:pic>
        <p:nvPicPr>
          <p:cNvPr id="83" name="Google Shape;83;p8"/>
          <p:cNvPicPr preferRelativeResize="0"/>
          <p:nvPr/>
        </p:nvPicPr>
        <p:blipFill>
          <a:blip r:embed="rId9">
            <a:alphaModFix/>
          </a:blip>
          <a:stretch>
            <a:fillRect/>
          </a:stretch>
        </p:blipFill>
        <p:spPr>
          <a:xfrm flipH="1" rot="-2700000">
            <a:off x="8275056" y="3396332"/>
            <a:ext cx="1522499" cy="1899886"/>
          </a:xfrm>
          <a:prstGeom prst="rect">
            <a:avLst/>
          </a:prstGeom>
          <a:noFill/>
          <a:ln>
            <a:noFill/>
          </a:ln>
        </p:spPr>
      </p:pic>
      <p:pic>
        <p:nvPicPr>
          <p:cNvPr id="84" name="Google Shape;84;p8"/>
          <p:cNvPicPr preferRelativeResize="0"/>
          <p:nvPr/>
        </p:nvPicPr>
        <p:blipFill>
          <a:blip r:embed="rId10">
            <a:alphaModFix/>
          </a:blip>
          <a:stretch>
            <a:fillRect/>
          </a:stretch>
        </p:blipFill>
        <p:spPr>
          <a:xfrm flipH="1" rot="-8403378">
            <a:off x="8215958" y="-589820"/>
            <a:ext cx="1392680" cy="1598992"/>
          </a:xfrm>
          <a:prstGeom prst="rect">
            <a:avLst/>
          </a:prstGeom>
          <a:noFill/>
          <a:ln>
            <a:noFill/>
          </a:ln>
        </p:spPr>
      </p:pic>
      <p:pic>
        <p:nvPicPr>
          <p:cNvPr id="85" name="Google Shape;85;p8"/>
          <p:cNvPicPr preferRelativeResize="0"/>
          <p:nvPr/>
        </p:nvPicPr>
        <p:blipFill>
          <a:blip r:embed="rId4">
            <a:alphaModFix/>
          </a:blip>
          <a:stretch>
            <a:fillRect/>
          </a:stretch>
        </p:blipFill>
        <p:spPr>
          <a:xfrm flipH="1" rot="-5055178">
            <a:off x="9405125" y="3125003"/>
            <a:ext cx="308400" cy="3572000"/>
          </a:xfrm>
          <a:prstGeom prst="rect">
            <a:avLst/>
          </a:prstGeom>
          <a:noFill/>
          <a:ln>
            <a:noFill/>
          </a:ln>
        </p:spPr>
      </p:pic>
      <p:pic>
        <p:nvPicPr>
          <p:cNvPr id="86" name="Google Shape;86;p8"/>
          <p:cNvPicPr preferRelativeResize="0"/>
          <p:nvPr/>
        </p:nvPicPr>
        <p:blipFill>
          <a:blip r:embed="rId9">
            <a:alphaModFix/>
          </a:blip>
          <a:stretch>
            <a:fillRect/>
          </a:stretch>
        </p:blipFill>
        <p:spPr>
          <a:xfrm flipH="1" rot="-2700000">
            <a:off x="8275056" y="45032"/>
            <a:ext cx="1522499" cy="1899886"/>
          </a:xfrm>
          <a:prstGeom prst="rect">
            <a:avLst/>
          </a:prstGeom>
          <a:noFill/>
          <a:ln>
            <a:noFill/>
          </a:ln>
        </p:spPr>
      </p:pic>
      <p:pic>
        <p:nvPicPr>
          <p:cNvPr id="87" name="Google Shape;87;p8"/>
          <p:cNvPicPr preferRelativeResize="0"/>
          <p:nvPr/>
        </p:nvPicPr>
        <p:blipFill>
          <a:blip r:embed="rId11">
            <a:alphaModFix/>
          </a:blip>
          <a:stretch>
            <a:fillRect/>
          </a:stretch>
        </p:blipFill>
        <p:spPr>
          <a:xfrm rot="5400000">
            <a:off x="-245132" y="1160682"/>
            <a:ext cx="712975" cy="2663942"/>
          </a:xfrm>
          <a:prstGeom prst="rect">
            <a:avLst/>
          </a:prstGeom>
          <a:noFill/>
          <a:ln>
            <a:noFill/>
          </a:ln>
        </p:spPr>
      </p:pic>
      <p:pic>
        <p:nvPicPr>
          <p:cNvPr id="88" name="Google Shape;88;p8"/>
          <p:cNvPicPr preferRelativeResize="0"/>
          <p:nvPr/>
        </p:nvPicPr>
        <p:blipFill>
          <a:blip r:embed="rId7">
            <a:alphaModFix/>
          </a:blip>
          <a:stretch>
            <a:fillRect/>
          </a:stretch>
        </p:blipFill>
        <p:spPr>
          <a:xfrm rot="5715521">
            <a:off x="-176006" y="924976"/>
            <a:ext cx="152305" cy="1931636"/>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89" name="Shape 89"/>
        <p:cNvGrpSpPr/>
        <p:nvPr/>
      </p:nvGrpSpPr>
      <p:grpSpPr>
        <a:xfrm>
          <a:off x="0" y="0"/>
          <a:ext cx="0" cy="0"/>
          <a:chOff x="0" y="0"/>
          <a:chExt cx="0" cy="0"/>
        </a:xfrm>
      </p:grpSpPr>
      <p:pic>
        <p:nvPicPr>
          <p:cNvPr id="90" name="Google Shape;90;p9"/>
          <p:cNvPicPr preferRelativeResize="0"/>
          <p:nvPr/>
        </p:nvPicPr>
        <p:blipFill>
          <a:blip r:embed="rId2">
            <a:alphaModFix/>
          </a:blip>
          <a:stretch>
            <a:fillRect/>
          </a:stretch>
        </p:blipFill>
        <p:spPr>
          <a:xfrm>
            <a:off x="0" y="0"/>
            <a:ext cx="9144003" cy="5143501"/>
          </a:xfrm>
          <a:prstGeom prst="rect">
            <a:avLst/>
          </a:prstGeom>
          <a:noFill/>
          <a:ln>
            <a:noFill/>
          </a:ln>
        </p:spPr>
      </p:pic>
      <p:sp>
        <p:nvSpPr>
          <p:cNvPr id="91" name="Google Shape;91;p9"/>
          <p:cNvSpPr txBox="1"/>
          <p:nvPr>
            <p:ph type="title"/>
          </p:nvPr>
        </p:nvSpPr>
        <p:spPr>
          <a:xfrm>
            <a:off x="1663950" y="723350"/>
            <a:ext cx="5816100" cy="10539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3600"/>
              <a:buNone/>
              <a:defRPr sz="70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92" name="Google Shape;92;p9"/>
          <p:cNvSpPr txBox="1"/>
          <p:nvPr>
            <p:ph idx="1" type="subTitle"/>
          </p:nvPr>
        </p:nvSpPr>
        <p:spPr>
          <a:xfrm>
            <a:off x="1663950" y="1777250"/>
            <a:ext cx="5816100" cy="683700"/>
          </a:xfrm>
          <a:prstGeom prst="rect">
            <a:avLst/>
          </a:prstGeom>
          <a:solidFill>
            <a:schemeClr val="dk2"/>
          </a:solidFill>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6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93" name="Shape 93"/>
        <p:cNvGrpSpPr/>
        <p:nvPr/>
      </p:nvGrpSpPr>
      <p:grpSpPr>
        <a:xfrm>
          <a:off x="0" y="0"/>
          <a:ext cx="0" cy="0"/>
          <a:chOff x="0" y="0"/>
          <a:chExt cx="0" cy="0"/>
        </a:xfrm>
      </p:grpSpPr>
      <p:sp>
        <p:nvSpPr>
          <p:cNvPr id="94" name="Google Shape;94;p10"/>
          <p:cNvSpPr/>
          <p:nvPr>
            <p:ph idx="2" type="pic"/>
          </p:nvPr>
        </p:nvSpPr>
        <p:spPr>
          <a:xfrm>
            <a:off x="-11775" y="-23525"/>
            <a:ext cx="9155700" cy="5166900"/>
          </a:xfrm>
          <a:prstGeom prst="rect">
            <a:avLst/>
          </a:prstGeom>
          <a:noFill/>
          <a:ln>
            <a:noFill/>
          </a:ln>
        </p:spPr>
      </p:sp>
      <p:pic>
        <p:nvPicPr>
          <p:cNvPr id="95" name="Google Shape;95;p10"/>
          <p:cNvPicPr preferRelativeResize="0"/>
          <p:nvPr/>
        </p:nvPicPr>
        <p:blipFill>
          <a:blip r:embed="rId2">
            <a:alphaModFix/>
          </a:blip>
          <a:stretch>
            <a:fillRect/>
          </a:stretch>
        </p:blipFill>
        <p:spPr>
          <a:xfrm flipH="1" rot="10800000">
            <a:off x="0" y="0"/>
            <a:ext cx="9139052" cy="5140725"/>
          </a:xfrm>
          <a:prstGeom prst="rect">
            <a:avLst/>
          </a:prstGeom>
          <a:noFill/>
          <a:ln>
            <a:noFill/>
          </a:ln>
        </p:spPr>
      </p:pic>
      <p:sp>
        <p:nvSpPr>
          <p:cNvPr id="96" name="Google Shape;96;p10"/>
          <p:cNvSpPr txBox="1"/>
          <p:nvPr>
            <p:ph type="title"/>
          </p:nvPr>
        </p:nvSpPr>
        <p:spPr>
          <a:xfrm>
            <a:off x="5036200" y="535000"/>
            <a:ext cx="3392700" cy="721500"/>
          </a:xfrm>
          <a:prstGeom prst="rect">
            <a:avLst/>
          </a:prstGeom>
          <a:solidFill>
            <a:schemeClr val="lt1"/>
          </a:solidFill>
        </p:spPr>
        <p:txBody>
          <a:bodyPr anchorCtr="0" anchor="ctr" bIns="91425" lIns="91425" spcFirstLastPara="1" rIns="91425" wrap="square" tIns="91425">
            <a:noAutofit/>
          </a:bodyPr>
          <a:lstStyle>
            <a:lvl1pPr lvl="0" rtl="0" algn="ctr">
              <a:spcBef>
                <a:spcPts val="0"/>
              </a:spcBef>
              <a:spcAft>
                <a:spcPts val="0"/>
              </a:spcAft>
              <a:buSzPts val="3500"/>
              <a:buNone/>
              <a:defRPr sz="2000"/>
            </a:lvl1pPr>
            <a:lvl2pPr lvl="1" rtl="0" algn="ctr">
              <a:spcBef>
                <a:spcPts val="0"/>
              </a:spcBef>
              <a:spcAft>
                <a:spcPts val="0"/>
              </a:spcAft>
              <a:buSzPts val="3500"/>
              <a:buNone/>
              <a:defRPr/>
            </a:lvl2pPr>
            <a:lvl3pPr lvl="2" rtl="0" algn="ctr">
              <a:spcBef>
                <a:spcPts val="0"/>
              </a:spcBef>
              <a:spcAft>
                <a:spcPts val="0"/>
              </a:spcAft>
              <a:buSzPts val="3500"/>
              <a:buNone/>
              <a:defRPr/>
            </a:lvl3pPr>
            <a:lvl4pPr lvl="3" rtl="0" algn="ctr">
              <a:spcBef>
                <a:spcPts val="0"/>
              </a:spcBef>
              <a:spcAft>
                <a:spcPts val="0"/>
              </a:spcAft>
              <a:buSzPts val="3500"/>
              <a:buNone/>
              <a:defRPr/>
            </a:lvl4pPr>
            <a:lvl5pPr lvl="4" rtl="0" algn="ctr">
              <a:spcBef>
                <a:spcPts val="0"/>
              </a:spcBef>
              <a:spcAft>
                <a:spcPts val="0"/>
              </a:spcAft>
              <a:buSzPts val="3500"/>
              <a:buNone/>
              <a:defRPr/>
            </a:lvl5pPr>
            <a:lvl6pPr lvl="5" rtl="0" algn="ctr">
              <a:spcBef>
                <a:spcPts val="0"/>
              </a:spcBef>
              <a:spcAft>
                <a:spcPts val="0"/>
              </a:spcAft>
              <a:buSzPts val="3500"/>
              <a:buNone/>
              <a:defRPr/>
            </a:lvl6pPr>
            <a:lvl7pPr lvl="6" rtl="0" algn="ctr">
              <a:spcBef>
                <a:spcPts val="0"/>
              </a:spcBef>
              <a:spcAft>
                <a:spcPts val="0"/>
              </a:spcAft>
              <a:buSzPts val="3500"/>
              <a:buNone/>
              <a:defRPr/>
            </a:lvl7pPr>
            <a:lvl8pPr lvl="7" rtl="0" algn="ctr">
              <a:spcBef>
                <a:spcPts val="0"/>
              </a:spcBef>
              <a:spcAft>
                <a:spcPts val="0"/>
              </a:spcAft>
              <a:buSzPts val="3500"/>
              <a:buNone/>
              <a:defRPr/>
            </a:lvl8pPr>
            <a:lvl9pPr lvl="8" rtl="0" algn="ctr">
              <a:spcBef>
                <a:spcPts val="0"/>
              </a:spcBef>
              <a:spcAft>
                <a:spcPts val="0"/>
              </a:spcAft>
              <a:buSzPts val="3500"/>
              <a:buNone/>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97" name="Shape 97"/>
        <p:cNvGrpSpPr/>
        <p:nvPr/>
      </p:nvGrpSpPr>
      <p:grpSpPr>
        <a:xfrm>
          <a:off x="0" y="0"/>
          <a:ext cx="0" cy="0"/>
          <a:chOff x="0" y="0"/>
          <a:chExt cx="0" cy="0"/>
        </a:xfrm>
      </p:grpSpPr>
      <p:pic>
        <p:nvPicPr>
          <p:cNvPr id="98" name="Google Shape;98;p11"/>
          <p:cNvPicPr preferRelativeResize="0"/>
          <p:nvPr/>
        </p:nvPicPr>
        <p:blipFill>
          <a:blip r:embed="rId2">
            <a:alphaModFix/>
          </a:blip>
          <a:stretch>
            <a:fillRect/>
          </a:stretch>
        </p:blipFill>
        <p:spPr>
          <a:xfrm>
            <a:off x="0" y="0"/>
            <a:ext cx="9144003" cy="5143501"/>
          </a:xfrm>
          <a:prstGeom prst="rect">
            <a:avLst/>
          </a:prstGeom>
          <a:noFill/>
          <a:ln>
            <a:noFill/>
          </a:ln>
        </p:spPr>
      </p:pic>
      <p:sp>
        <p:nvSpPr>
          <p:cNvPr id="99" name="Google Shape;99;p11"/>
          <p:cNvSpPr txBox="1"/>
          <p:nvPr>
            <p:ph hasCustomPrompt="1" type="title"/>
          </p:nvPr>
        </p:nvSpPr>
        <p:spPr>
          <a:xfrm>
            <a:off x="715100" y="1704950"/>
            <a:ext cx="5575200" cy="1166700"/>
          </a:xfrm>
          <a:prstGeom prst="rect">
            <a:avLst/>
          </a:prstGeom>
          <a:solidFill>
            <a:schemeClr val="dk2"/>
          </a:solidFill>
        </p:spPr>
        <p:txBody>
          <a:bodyPr anchorCtr="0" anchor="ctr" bIns="91425" lIns="91425" spcFirstLastPara="1" rIns="91425" wrap="square" tIns="91425">
            <a:noAutofit/>
          </a:bodyPr>
          <a:lstStyle>
            <a:lvl1pPr lvl="0" rtl="0" algn="ctr">
              <a:spcBef>
                <a:spcPts val="0"/>
              </a:spcBef>
              <a:spcAft>
                <a:spcPts val="0"/>
              </a:spcAft>
              <a:buSzPts val="9600"/>
              <a:buNone/>
              <a:defRPr sz="6000"/>
            </a:lvl1pPr>
            <a:lvl2pPr lvl="1" rtl="0" algn="ctr">
              <a:spcBef>
                <a:spcPts val="0"/>
              </a:spcBef>
              <a:spcAft>
                <a:spcPts val="0"/>
              </a:spcAft>
              <a:buSzPts val="9600"/>
              <a:buNone/>
              <a:defRPr b="1" sz="9600"/>
            </a:lvl2pPr>
            <a:lvl3pPr lvl="2" rtl="0" algn="ctr">
              <a:spcBef>
                <a:spcPts val="0"/>
              </a:spcBef>
              <a:spcAft>
                <a:spcPts val="0"/>
              </a:spcAft>
              <a:buSzPts val="9600"/>
              <a:buNone/>
              <a:defRPr b="1" sz="9600"/>
            </a:lvl3pPr>
            <a:lvl4pPr lvl="3" rtl="0" algn="ctr">
              <a:spcBef>
                <a:spcPts val="0"/>
              </a:spcBef>
              <a:spcAft>
                <a:spcPts val="0"/>
              </a:spcAft>
              <a:buSzPts val="9600"/>
              <a:buNone/>
              <a:defRPr b="1" sz="9600"/>
            </a:lvl4pPr>
            <a:lvl5pPr lvl="4" rtl="0" algn="ctr">
              <a:spcBef>
                <a:spcPts val="0"/>
              </a:spcBef>
              <a:spcAft>
                <a:spcPts val="0"/>
              </a:spcAft>
              <a:buSzPts val="9600"/>
              <a:buNone/>
              <a:defRPr b="1" sz="9600"/>
            </a:lvl5pPr>
            <a:lvl6pPr lvl="5" rtl="0" algn="ctr">
              <a:spcBef>
                <a:spcPts val="0"/>
              </a:spcBef>
              <a:spcAft>
                <a:spcPts val="0"/>
              </a:spcAft>
              <a:buSzPts val="9600"/>
              <a:buNone/>
              <a:defRPr b="1" sz="9600"/>
            </a:lvl6pPr>
            <a:lvl7pPr lvl="6" rtl="0" algn="ctr">
              <a:spcBef>
                <a:spcPts val="0"/>
              </a:spcBef>
              <a:spcAft>
                <a:spcPts val="0"/>
              </a:spcAft>
              <a:buSzPts val="9600"/>
              <a:buNone/>
              <a:defRPr b="1" sz="9600"/>
            </a:lvl7pPr>
            <a:lvl8pPr lvl="7" rtl="0" algn="ctr">
              <a:spcBef>
                <a:spcPts val="0"/>
              </a:spcBef>
              <a:spcAft>
                <a:spcPts val="0"/>
              </a:spcAft>
              <a:buSzPts val="9600"/>
              <a:buNone/>
              <a:defRPr b="1" sz="9600"/>
            </a:lvl8pPr>
            <a:lvl9pPr lvl="8" rtl="0" algn="ctr">
              <a:spcBef>
                <a:spcPts val="0"/>
              </a:spcBef>
              <a:spcAft>
                <a:spcPts val="0"/>
              </a:spcAft>
              <a:buSzPts val="9600"/>
              <a:buNone/>
              <a:defRPr b="1" sz="9600"/>
            </a:lvl9pPr>
          </a:lstStyle>
          <a:p>
            <a:r>
              <a:t>xx%</a:t>
            </a:r>
          </a:p>
        </p:txBody>
      </p:sp>
      <p:sp>
        <p:nvSpPr>
          <p:cNvPr id="100" name="Google Shape;100;p11"/>
          <p:cNvSpPr txBox="1"/>
          <p:nvPr>
            <p:ph idx="1" type="subTitle"/>
          </p:nvPr>
        </p:nvSpPr>
        <p:spPr>
          <a:xfrm>
            <a:off x="715100" y="2988225"/>
            <a:ext cx="5575200" cy="4503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600"/>
              <a:buNone/>
              <a:defRPr sz="1600"/>
            </a:lvl1pPr>
            <a:lvl2pPr lvl="1" rtl="0" algn="ctr">
              <a:lnSpc>
                <a:spcPct val="100000"/>
              </a:lnSpc>
              <a:spcBef>
                <a:spcPts val="0"/>
              </a:spcBef>
              <a:spcAft>
                <a:spcPts val="0"/>
              </a:spcAft>
              <a:buSzPts val="1600"/>
              <a:buNone/>
              <a:defRPr sz="1600"/>
            </a:lvl2pPr>
            <a:lvl3pPr lvl="2" rtl="0" algn="ctr">
              <a:lnSpc>
                <a:spcPct val="100000"/>
              </a:lnSpc>
              <a:spcBef>
                <a:spcPts val="0"/>
              </a:spcBef>
              <a:spcAft>
                <a:spcPts val="0"/>
              </a:spcAft>
              <a:buSzPts val="1600"/>
              <a:buNone/>
              <a:defRPr sz="1600"/>
            </a:lvl3pPr>
            <a:lvl4pPr lvl="3" rtl="0" algn="ctr">
              <a:lnSpc>
                <a:spcPct val="100000"/>
              </a:lnSpc>
              <a:spcBef>
                <a:spcPts val="0"/>
              </a:spcBef>
              <a:spcAft>
                <a:spcPts val="0"/>
              </a:spcAft>
              <a:buSzPts val="1600"/>
              <a:buNone/>
              <a:defRPr sz="1600"/>
            </a:lvl4pPr>
            <a:lvl5pPr lvl="4" rtl="0" algn="ctr">
              <a:lnSpc>
                <a:spcPct val="100000"/>
              </a:lnSpc>
              <a:spcBef>
                <a:spcPts val="0"/>
              </a:spcBef>
              <a:spcAft>
                <a:spcPts val="0"/>
              </a:spcAft>
              <a:buSzPts val="1600"/>
              <a:buNone/>
              <a:defRPr sz="1600"/>
            </a:lvl5pPr>
            <a:lvl6pPr lvl="5" rtl="0" algn="ctr">
              <a:lnSpc>
                <a:spcPct val="100000"/>
              </a:lnSpc>
              <a:spcBef>
                <a:spcPts val="0"/>
              </a:spcBef>
              <a:spcAft>
                <a:spcPts val="0"/>
              </a:spcAft>
              <a:buSzPts val="1600"/>
              <a:buNone/>
              <a:defRPr sz="1600"/>
            </a:lvl6pPr>
            <a:lvl7pPr lvl="6" rtl="0" algn="ctr">
              <a:lnSpc>
                <a:spcPct val="100000"/>
              </a:lnSpc>
              <a:spcBef>
                <a:spcPts val="0"/>
              </a:spcBef>
              <a:spcAft>
                <a:spcPts val="0"/>
              </a:spcAft>
              <a:buSzPts val="1600"/>
              <a:buNone/>
              <a:defRPr sz="1600"/>
            </a:lvl7pPr>
            <a:lvl8pPr lvl="7" rtl="0" algn="ctr">
              <a:lnSpc>
                <a:spcPct val="100000"/>
              </a:lnSpc>
              <a:spcBef>
                <a:spcPts val="0"/>
              </a:spcBef>
              <a:spcAft>
                <a:spcPts val="0"/>
              </a:spcAft>
              <a:buSzPts val="1600"/>
              <a:buNone/>
              <a:defRPr sz="1600"/>
            </a:lvl8pPr>
            <a:lvl9pPr lvl="8" rtl="0" algn="ctr">
              <a:lnSpc>
                <a:spcPct val="100000"/>
              </a:lnSpc>
              <a:spcBef>
                <a:spcPts val="0"/>
              </a:spcBef>
              <a:spcAft>
                <a:spcPts val="0"/>
              </a:spcAft>
              <a:buSzPts val="1600"/>
              <a:buNone/>
              <a:defRPr sz="1600"/>
            </a:lvl9pPr>
          </a:lstStyle>
          <a:p/>
        </p:txBody>
      </p:sp>
      <p:pic>
        <p:nvPicPr>
          <p:cNvPr id="101" name="Google Shape;101;p11"/>
          <p:cNvPicPr preferRelativeResize="0"/>
          <p:nvPr/>
        </p:nvPicPr>
        <p:blipFill>
          <a:blip r:embed="rId3">
            <a:alphaModFix/>
          </a:blip>
          <a:stretch>
            <a:fillRect/>
          </a:stretch>
        </p:blipFill>
        <p:spPr>
          <a:xfrm flipH="1" rot="-4089853">
            <a:off x="8168153" y="2128698"/>
            <a:ext cx="149150" cy="2595250"/>
          </a:xfrm>
          <a:prstGeom prst="rect">
            <a:avLst/>
          </a:prstGeom>
          <a:noFill/>
          <a:ln>
            <a:noFill/>
          </a:ln>
        </p:spPr>
      </p:pic>
      <p:pic>
        <p:nvPicPr>
          <p:cNvPr id="102" name="Google Shape;102;p11"/>
          <p:cNvPicPr preferRelativeResize="0"/>
          <p:nvPr/>
        </p:nvPicPr>
        <p:blipFill>
          <a:blip r:embed="rId4">
            <a:alphaModFix/>
          </a:blip>
          <a:stretch>
            <a:fillRect/>
          </a:stretch>
        </p:blipFill>
        <p:spPr>
          <a:xfrm flipH="1" rot="-547658">
            <a:off x="6822210" y="3799747"/>
            <a:ext cx="2051879" cy="2104805"/>
          </a:xfrm>
          <a:prstGeom prst="rect">
            <a:avLst/>
          </a:prstGeom>
          <a:noFill/>
          <a:ln>
            <a:noFill/>
          </a:ln>
        </p:spPr>
      </p:pic>
      <p:pic>
        <p:nvPicPr>
          <p:cNvPr id="103" name="Google Shape;103;p11"/>
          <p:cNvPicPr preferRelativeResize="0"/>
          <p:nvPr/>
        </p:nvPicPr>
        <p:blipFill>
          <a:blip r:embed="rId5">
            <a:alphaModFix/>
          </a:blip>
          <a:stretch>
            <a:fillRect/>
          </a:stretch>
        </p:blipFill>
        <p:spPr>
          <a:xfrm flipH="1">
            <a:off x="7598687" y="356850"/>
            <a:ext cx="2101374" cy="1800550"/>
          </a:xfrm>
          <a:prstGeom prst="rect">
            <a:avLst/>
          </a:prstGeom>
          <a:noFill/>
          <a:ln>
            <a:noFill/>
          </a:ln>
        </p:spPr>
      </p:pic>
      <p:pic>
        <p:nvPicPr>
          <p:cNvPr id="104" name="Google Shape;104;p11"/>
          <p:cNvPicPr preferRelativeResize="0"/>
          <p:nvPr/>
        </p:nvPicPr>
        <p:blipFill>
          <a:blip r:embed="rId6">
            <a:alphaModFix/>
          </a:blip>
          <a:stretch>
            <a:fillRect/>
          </a:stretch>
        </p:blipFill>
        <p:spPr>
          <a:xfrm flipH="1" rot="-9803223">
            <a:off x="7918058" y="-373149"/>
            <a:ext cx="649332" cy="1066725"/>
          </a:xfrm>
          <a:prstGeom prst="rect">
            <a:avLst/>
          </a:prstGeom>
          <a:noFill/>
          <a:ln>
            <a:noFill/>
          </a:ln>
        </p:spPr>
      </p:pic>
      <p:pic>
        <p:nvPicPr>
          <p:cNvPr id="105" name="Google Shape;105;p11"/>
          <p:cNvPicPr preferRelativeResize="0"/>
          <p:nvPr/>
        </p:nvPicPr>
        <p:blipFill>
          <a:blip r:embed="rId7">
            <a:alphaModFix/>
          </a:blip>
          <a:stretch>
            <a:fillRect/>
          </a:stretch>
        </p:blipFill>
        <p:spPr>
          <a:xfrm flipH="1">
            <a:off x="6062406" y="4213825"/>
            <a:ext cx="787436" cy="3107300"/>
          </a:xfrm>
          <a:prstGeom prst="rect">
            <a:avLst/>
          </a:prstGeom>
          <a:noFill/>
          <a:ln>
            <a:noFill/>
          </a:ln>
        </p:spPr>
      </p:pic>
      <p:pic>
        <p:nvPicPr>
          <p:cNvPr id="106" name="Google Shape;106;p11"/>
          <p:cNvPicPr preferRelativeResize="0"/>
          <p:nvPr/>
        </p:nvPicPr>
        <p:blipFill>
          <a:blip r:embed="rId8">
            <a:alphaModFix/>
          </a:blip>
          <a:stretch>
            <a:fillRect/>
          </a:stretch>
        </p:blipFill>
        <p:spPr>
          <a:xfrm flipH="1" rot="6819486">
            <a:off x="8213503" y="2151966"/>
            <a:ext cx="535467" cy="1788545"/>
          </a:xfrm>
          <a:prstGeom prst="rect">
            <a:avLst/>
          </a:prstGeom>
          <a:noFill/>
          <a:ln>
            <a:noFill/>
          </a:ln>
        </p:spPr>
      </p:pic>
      <p:pic>
        <p:nvPicPr>
          <p:cNvPr id="107" name="Google Shape;107;p11"/>
          <p:cNvPicPr preferRelativeResize="0"/>
          <p:nvPr/>
        </p:nvPicPr>
        <p:blipFill>
          <a:blip r:embed="rId9">
            <a:alphaModFix/>
          </a:blip>
          <a:stretch>
            <a:fillRect/>
          </a:stretch>
        </p:blipFill>
        <p:spPr>
          <a:xfrm flipH="1" rot="10800000">
            <a:off x="7108627" y="-1275993"/>
            <a:ext cx="673245" cy="1939186"/>
          </a:xfrm>
          <a:prstGeom prst="rect">
            <a:avLst/>
          </a:prstGeom>
          <a:noFill/>
          <a:ln>
            <a:noFill/>
          </a:ln>
        </p:spPr>
      </p:pic>
      <p:pic>
        <p:nvPicPr>
          <p:cNvPr id="108" name="Google Shape;108;p11"/>
          <p:cNvPicPr preferRelativeResize="0"/>
          <p:nvPr/>
        </p:nvPicPr>
        <p:blipFill>
          <a:blip r:embed="rId10">
            <a:alphaModFix/>
          </a:blip>
          <a:stretch>
            <a:fillRect/>
          </a:stretch>
        </p:blipFill>
        <p:spPr>
          <a:xfrm flipH="1" rot="-4355737">
            <a:off x="7895521" y="787751"/>
            <a:ext cx="1066756" cy="3355847"/>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chemeClr val="accent1"/>
        </a:solidFill>
      </p:bgPr>
    </p:bg>
    <p:spTree>
      <p:nvGrpSpPr>
        <p:cNvPr id="109" name="Shape 109"/>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
    <p:spTree>
      <p:nvGrpSpPr>
        <p:cNvPr id="110" name="Shape 110"/>
        <p:cNvGrpSpPr/>
        <p:nvPr/>
      </p:nvGrpSpPr>
      <p:grpSpPr>
        <a:xfrm>
          <a:off x="0" y="0"/>
          <a:ext cx="0" cy="0"/>
          <a:chOff x="0" y="0"/>
          <a:chExt cx="0" cy="0"/>
        </a:xfrm>
      </p:grpSpPr>
      <p:pic>
        <p:nvPicPr>
          <p:cNvPr id="111" name="Google Shape;111;p13"/>
          <p:cNvPicPr preferRelativeResize="0"/>
          <p:nvPr/>
        </p:nvPicPr>
        <p:blipFill>
          <a:blip r:embed="rId2">
            <a:alphaModFix/>
          </a:blip>
          <a:stretch>
            <a:fillRect/>
          </a:stretch>
        </p:blipFill>
        <p:spPr>
          <a:xfrm>
            <a:off x="0" y="0"/>
            <a:ext cx="9144003" cy="5143501"/>
          </a:xfrm>
          <a:prstGeom prst="rect">
            <a:avLst/>
          </a:prstGeom>
          <a:noFill/>
          <a:ln>
            <a:noFill/>
          </a:ln>
        </p:spPr>
      </p:pic>
      <p:sp>
        <p:nvSpPr>
          <p:cNvPr id="112" name="Google Shape;112;p13"/>
          <p:cNvSpPr txBox="1"/>
          <p:nvPr>
            <p:ph hasCustomPrompt="1" type="title"/>
          </p:nvPr>
        </p:nvSpPr>
        <p:spPr>
          <a:xfrm>
            <a:off x="2189856" y="1378625"/>
            <a:ext cx="725400" cy="593400"/>
          </a:xfrm>
          <a:prstGeom prst="rect">
            <a:avLst/>
          </a:prstGeom>
          <a:solidFill>
            <a:schemeClr val="dk2"/>
          </a:solidFill>
        </p:spPr>
        <p:txBody>
          <a:bodyPr anchorCtr="0" anchor="ctr" bIns="91425" lIns="91425" spcFirstLastPara="1" rIns="91425" wrap="square" tIns="91425">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13" name="Google Shape;113;p13"/>
          <p:cNvSpPr txBox="1"/>
          <p:nvPr>
            <p:ph idx="1" type="subTitle"/>
          </p:nvPr>
        </p:nvSpPr>
        <p:spPr>
          <a:xfrm>
            <a:off x="2079500" y="2306524"/>
            <a:ext cx="3082800" cy="528900"/>
          </a:xfrm>
          <a:prstGeom prst="rect">
            <a:avLst/>
          </a:prstGeom>
          <a:ln>
            <a:noFill/>
          </a:ln>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114" name="Google Shape;114;p13"/>
          <p:cNvSpPr txBox="1"/>
          <p:nvPr>
            <p:ph hasCustomPrompt="1" idx="2" type="title"/>
          </p:nvPr>
        </p:nvSpPr>
        <p:spPr>
          <a:xfrm>
            <a:off x="5437900" y="1378625"/>
            <a:ext cx="725400" cy="593400"/>
          </a:xfrm>
          <a:prstGeom prst="rect">
            <a:avLst/>
          </a:prstGeom>
          <a:solidFill>
            <a:schemeClr val="dk2"/>
          </a:solidFill>
        </p:spPr>
        <p:txBody>
          <a:bodyPr anchorCtr="0" anchor="ctr" bIns="91425" lIns="91425" spcFirstLastPara="1" rIns="91425" wrap="square" tIns="91425">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15" name="Google Shape;115;p13"/>
          <p:cNvSpPr txBox="1"/>
          <p:nvPr>
            <p:ph idx="3" type="subTitle"/>
          </p:nvPr>
        </p:nvSpPr>
        <p:spPr>
          <a:xfrm>
            <a:off x="5334010" y="2306524"/>
            <a:ext cx="3082800" cy="528900"/>
          </a:xfrm>
          <a:prstGeom prst="rect">
            <a:avLst/>
          </a:prstGeom>
          <a:ln>
            <a:noFill/>
          </a:ln>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116" name="Google Shape;116;p13"/>
          <p:cNvSpPr txBox="1"/>
          <p:nvPr>
            <p:ph hasCustomPrompt="1" idx="4" type="title"/>
          </p:nvPr>
        </p:nvSpPr>
        <p:spPr>
          <a:xfrm>
            <a:off x="2189856" y="3091825"/>
            <a:ext cx="725400" cy="593400"/>
          </a:xfrm>
          <a:prstGeom prst="rect">
            <a:avLst/>
          </a:prstGeom>
          <a:solidFill>
            <a:schemeClr val="dk2"/>
          </a:solidFill>
        </p:spPr>
        <p:txBody>
          <a:bodyPr anchorCtr="0" anchor="ctr" bIns="91425" lIns="91425" spcFirstLastPara="1" rIns="91425" wrap="square" tIns="91425">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17" name="Google Shape;117;p13"/>
          <p:cNvSpPr txBox="1"/>
          <p:nvPr>
            <p:ph idx="5" type="subTitle"/>
          </p:nvPr>
        </p:nvSpPr>
        <p:spPr>
          <a:xfrm>
            <a:off x="2079500" y="4041050"/>
            <a:ext cx="3082800" cy="528900"/>
          </a:xfrm>
          <a:prstGeom prst="rect">
            <a:avLst/>
          </a:prstGeom>
          <a:ln>
            <a:noFill/>
          </a:ln>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118" name="Google Shape;118;p13"/>
          <p:cNvSpPr txBox="1"/>
          <p:nvPr>
            <p:ph hasCustomPrompt="1" idx="6" type="title"/>
          </p:nvPr>
        </p:nvSpPr>
        <p:spPr>
          <a:xfrm>
            <a:off x="5437900" y="3091825"/>
            <a:ext cx="725400" cy="593400"/>
          </a:xfrm>
          <a:prstGeom prst="rect">
            <a:avLst/>
          </a:prstGeom>
          <a:solidFill>
            <a:schemeClr val="dk2"/>
          </a:solidFill>
        </p:spPr>
        <p:txBody>
          <a:bodyPr anchorCtr="0" anchor="ctr" bIns="91425" lIns="91425" spcFirstLastPara="1" rIns="91425" wrap="square" tIns="91425">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19" name="Google Shape;119;p13"/>
          <p:cNvSpPr txBox="1"/>
          <p:nvPr>
            <p:ph idx="7" type="subTitle"/>
          </p:nvPr>
        </p:nvSpPr>
        <p:spPr>
          <a:xfrm>
            <a:off x="5334010" y="4041050"/>
            <a:ext cx="3082800" cy="528900"/>
          </a:xfrm>
          <a:prstGeom prst="rect">
            <a:avLst/>
          </a:prstGeom>
          <a:ln>
            <a:noFill/>
          </a:ln>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120" name="Google Shape;120;p13"/>
          <p:cNvSpPr txBox="1"/>
          <p:nvPr>
            <p:ph idx="8" type="title"/>
          </p:nvPr>
        </p:nvSpPr>
        <p:spPr>
          <a:xfrm>
            <a:off x="2012750" y="484488"/>
            <a:ext cx="6411300" cy="572700"/>
          </a:xfrm>
          <a:prstGeom prst="rect">
            <a:avLst/>
          </a:prstGeom>
        </p:spPr>
        <p:txBody>
          <a:bodyPr anchorCtr="0" anchor="t" bIns="91425" lIns="91425" spcFirstLastPara="1" rIns="91425" wrap="square" tIns="91425">
            <a:noAutofit/>
          </a:bodyPr>
          <a:lstStyle>
            <a:lvl1pPr lvl="0" rtl="0" algn="l">
              <a:spcBef>
                <a:spcPts val="0"/>
              </a:spcBef>
              <a:spcAft>
                <a:spcPts val="0"/>
              </a:spcAft>
              <a:buSzPts val="3500"/>
              <a:buNone/>
              <a:defRPr sz="3200">
                <a:solidFill>
                  <a:srgbClr val="272727"/>
                </a:solidFill>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121" name="Google Shape;121;p13"/>
          <p:cNvSpPr txBox="1"/>
          <p:nvPr>
            <p:ph idx="9" type="subTitle"/>
          </p:nvPr>
        </p:nvSpPr>
        <p:spPr>
          <a:xfrm>
            <a:off x="2079500" y="1940148"/>
            <a:ext cx="3082800" cy="484800"/>
          </a:xfrm>
          <a:prstGeom prst="rect">
            <a:avLst/>
          </a:prstGeom>
          <a:ln>
            <a:noFill/>
          </a:ln>
        </p:spPr>
        <p:txBody>
          <a:bodyPr anchorCtr="0" anchor="b" bIns="91425" lIns="91425" spcFirstLastPara="1" rIns="91425" wrap="square" tIns="91425">
            <a:noAutofit/>
          </a:bodyPr>
          <a:lstStyle>
            <a:lvl1pPr lvl="0" rtl="0">
              <a:lnSpc>
                <a:spcPct val="100000"/>
              </a:lnSpc>
              <a:spcBef>
                <a:spcPts val="0"/>
              </a:spcBef>
              <a:spcAft>
                <a:spcPts val="0"/>
              </a:spcAft>
              <a:buClr>
                <a:schemeClr val="dk1"/>
              </a:buClr>
              <a:buSzPts val="2400"/>
              <a:buFont typeface="Bebas Neue"/>
              <a:buNone/>
              <a:defRPr sz="1800">
                <a:latin typeface="Tenor Sans"/>
                <a:ea typeface="Tenor Sans"/>
                <a:cs typeface="Tenor Sans"/>
                <a:sym typeface="Tenor Sans"/>
              </a:defRPr>
            </a:lvl1pPr>
            <a:lvl2pPr lvl="1"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122" name="Google Shape;122;p13"/>
          <p:cNvSpPr txBox="1"/>
          <p:nvPr>
            <p:ph idx="13" type="subTitle"/>
          </p:nvPr>
        </p:nvSpPr>
        <p:spPr>
          <a:xfrm>
            <a:off x="5334010" y="1940148"/>
            <a:ext cx="3082800" cy="484800"/>
          </a:xfrm>
          <a:prstGeom prst="rect">
            <a:avLst/>
          </a:prstGeom>
          <a:ln>
            <a:noFill/>
          </a:ln>
        </p:spPr>
        <p:txBody>
          <a:bodyPr anchorCtr="0" anchor="b" bIns="91425" lIns="91425" spcFirstLastPara="1" rIns="91425" wrap="square" tIns="91425">
            <a:noAutofit/>
          </a:bodyPr>
          <a:lstStyle>
            <a:lvl1pPr lvl="0" rtl="0">
              <a:lnSpc>
                <a:spcPct val="100000"/>
              </a:lnSpc>
              <a:spcBef>
                <a:spcPts val="0"/>
              </a:spcBef>
              <a:spcAft>
                <a:spcPts val="0"/>
              </a:spcAft>
              <a:buClr>
                <a:schemeClr val="dk1"/>
              </a:buClr>
              <a:buSzPts val="2400"/>
              <a:buFont typeface="Bebas Neue"/>
              <a:buNone/>
              <a:defRPr sz="1800">
                <a:latin typeface="Tenor Sans"/>
                <a:ea typeface="Tenor Sans"/>
                <a:cs typeface="Tenor Sans"/>
                <a:sym typeface="Tenor Sans"/>
              </a:defRPr>
            </a:lvl1pPr>
            <a:lvl2pPr lvl="1"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123" name="Google Shape;123;p13"/>
          <p:cNvSpPr txBox="1"/>
          <p:nvPr>
            <p:ph idx="14" type="subTitle"/>
          </p:nvPr>
        </p:nvSpPr>
        <p:spPr>
          <a:xfrm>
            <a:off x="2079500" y="3670123"/>
            <a:ext cx="3082800" cy="484800"/>
          </a:xfrm>
          <a:prstGeom prst="rect">
            <a:avLst/>
          </a:prstGeom>
          <a:ln>
            <a:noFill/>
          </a:ln>
        </p:spPr>
        <p:txBody>
          <a:bodyPr anchorCtr="0" anchor="b" bIns="91425" lIns="91425" spcFirstLastPara="1" rIns="91425" wrap="square" tIns="91425">
            <a:noAutofit/>
          </a:bodyPr>
          <a:lstStyle>
            <a:lvl1pPr lvl="0" rtl="0">
              <a:lnSpc>
                <a:spcPct val="100000"/>
              </a:lnSpc>
              <a:spcBef>
                <a:spcPts val="0"/>
              </a:spcBef>
              <a:spcAft>
                <a:spcPts val="0"/>
              </a:spcAft>
              <a:buClr>
                <a:schemeClr val="dk1"/>
              </a:buClr>
              <a:buSzPts val="2400"/>
              <a:buFont typeface="Bebas Neue"/>
              <a:buNone/>
              <a:defRPr sz="1800">
                <a:latin typeface="Tenor Sans"/>
                <a:ea typeface="Tenor Sans"/>
                <a:cs typeface="Tenor Sans"/>
                <a:sym typeface="Tenor Sans"/>
              </a:defRPr>
            </a:lvl1pPr>
            <a:lvl2pPr lvl="1"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124" name="Google Shape;124;p13"/>
          <p:cNvSpPr txBox="1"/>
          <p:nvPr>
            <p:ph idx="15" type="subTitle"/>
          </p:nvPr>
        </p:nvSpPr>
        <p:spPr>
          <a:xfrm>
            <a:off x="5334010" y="3670123"/>
            <a:ext cx="3082800" cy="484800"/>
          </a:xfrm>
          <a:prstGeom prst="rect">
            <a:avLst/>
          </a:prstGeom>
          <a:ln>
            <a:noFill/>
          </a:ln>
        </p:spPr>
        <p:txBody>
          <a:bodyPr anchorCtr="0" anchor="b" bIns="91425" lIns="91425" spcFirstLastPara="1" rIns="91425" wrap="square" tIns="91425">
            <a:noAutofit/>
          </a:bodyPr>
          <a:lstStyle>
            <a:lvl1pPr lvl="0" rtl="0">
              <a:lnSpc>
                <a:spcPct val="100000"/>
              </a:lnSpc>
              <a:spcBef>
                <a:spcPts val="0"/>
              </a:spcBef>
              <a:spcAft>
                <a:spcPts val="0"/>
              </a:spcAft>
              <a:buClr>
                <a:schemeClr val="dk1"/>
              </a:buClr>
              <a:buSzPts val="2400"/>
              <a:buFont typeface="Bebas Neue"/>
              <a:buNone/>
              <a:defRPr sz="1800">
                <a:latin typeface="Tenor Sans"/>
                <a:ea typeface="Tenor Sans"/>
                <a:cs typeface="Tenor Sans"/>
                <a:sym typeface="Tenor Sans"/>
              </a:defRPr>
            </a:lvl1pPr>
            <a:lvl2pPr lvl="1"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pic>
        <p:nvPicPr>
          <p:cNvPr id="125" name="Google Shape;125;p13"/>
          <p:cNvPicPr preferRelativeResize="0"/>
          <p:nvPr/>
        </p:nvPicPr>
        <p:blipFill>
          <a:blip r:embed="rId3">
            <a:alphaModFix/>
          </a:blip>
          <a:stretch>
            <a:fillRect/>
          </a:stretch>
        </p:blipFill>
        <p:spPr>
          <a:xfrm rot="4089853">
            <a:off x="-216766" y="2126973"/>
            <a:ext cx="149150" cy="2595250"/>
          </a:xfrm>
          <a:prstGeom prst="rect">
            <a:avLst/>
          </a:prstGeom>
          <a:noFill/>
          <a:ln>
            <a:noFill/>
          </a:ln>
        </p:spPr>
      </p:pic>
      <p:pic>
        <p:nvPicPr>
          <p:cNvPr id="126" name="Google Shape;126;p13"/>
          <p:cNvPicPr preferRelativeResize="0"/>
          <p:nvPr/>
        </p:nvPicPr>
        <p:blipFill>
          <a:blip r:embed="rId4">
            <a:alphaModFix/>
          </a:blip>
          <a:stretch>
            <a:fillRect/>
          </a:stretch>
        </p:blipFill>
        <p:spPr>
          <a:xfrm rot="547658">
            <a:off x="-618540" y="3732022"/>
            <a:ext cx="2051879" cy="2104805"/>
          </a:xfrm>
          <a:prstGeom prst="rect">
            <a:avLst/>
          </a:prstGeom>
          <a:noFill/>
          <a:ln>
            <a:noFill/>
          </a:ln>
        </p:spPr>
      </p:pic>
      <p:pic>
        <p:nvPicPr>
          <p:cNvPr id="127" name="Google Shape;127;p13"/>
          <p:cNvPicPr preferRelativeResize="0"/>
          <p:nvPr/>
        </p:nvPicPr>
        <p:blipFill>
          <a:blip r:embed="rId5">
            <a:alphaModFix/>
          </a:blip>
          <a:stretch>
            <a:fillRect/>
          </a:stretch>
        </p:blipFill>
        <p:spPr>
          <a:xfrm>
            <a:off x="-809312" y="0"/>
            <a:ext cx="2101374" cy="1800550"/>
          </a:xfrm>
          <a:prstGeom prst="rect">
            <a:avLst/>
          </a:prstGeom>
          <a:noFill/>
          <a:ln>
            <a:noFill/>
          </a:ln>
        </p:spPr>
      </p:pic>
      <p:pic>
        <p:nvPicPr>
          <p:cNvPr id="128" name="Google Shape;128;p13"/>
          <p:cNvPicPr preferRelativeResize="0"/>
          <p:nvPr/>
        </p:nvPicPr>
        <p:blipFill>
          <a:blip r:embed="rId6">
            <a:alphaModFix/>
          </a:blip>
          <a:stretch>
            <a:fillRect/>
          </a:stretch>
        </p:blipFill>
        <p:spPr>
          <a:xfrm rot="9803223">
            <a:off x="503759" y="-395449"/>
            <a:ext cx="649332" cy="1066725"/>
          </a:xfrm>
          <a:prstGeom prst="rect">
            <a:avLst/>
          </a:prstGeom>
          <a:noFill/>
          <a:ln>
            <a:noFill/>
          </a:ln>
        </p:spPr>
      </p:pic>
      <p:pic>
        <p:nvPicPr>
          <p:cNvPr id="129" name="Google Shape;129;p13"/>
          <p:cNvPicPr preferRelativeResize="0"/>
          <p:nvPr/>
        </p:nvPicPr>
        <p:blipFill>
          <a:blip r:embed="rId7">
            <a:alphaModFix/>
          </a:blip>
          <a:stretch>
            <a:fillRect/>
          </a:stretch>
        </p:blipFill>
        <p:spPr>
          <a:xfrm>
            <a:off x="1343532" y="4494300"/>
            <a:ext cx="787436" cy="3107300"/>
          </a:xfrm>
          <a:prstGeom prst="rect">
            <a:avLst/>
          </a:prstGeom>
          <a:noFill/>
          <a:ln>
            <a:noFill/>
          </a:ln>
        </p:spPr>
      </p:pic>
      <p:pic>
        <p:nvPicPr>
          <p:cNvPr id="130" name="Google Shape;130;p13"/>
          <p:cNvPicPr preferRelativeResize="0"/>
          <p:nvPr/>
        </p:nvPicPr>
        <p:blipFill>
          <a:blip r:embed="rId8">
            <a:alphaModFix/>
          </a:blip>
          <a:stretch>
            <a:fillRect/>
          </a:stretch>
        </p:blipFill>
        <p:spPr>
          <a:xfrm rot="-6819486">
            <a:off x="-443521" y="2040441"/>
            <a:ext cx="535467" cy="1788545"/>
          </a:xfrm>
          <a:prstGeom prst="rect">
            <a:avLst/>
          </a:prstGeom>
          <a:noFill/>
          <a:ln>
            <a:noFill/>
          </a:ln>
        </p:spPr>
      </p:pic>
      <p:pic>
        <p:nvPicPr>
          <p:cNvPr id="131" name="Google Shape;131;p13"/>
          <p:cNvPicPr preferRelativeResize="0"/>
          <p:nvPr/>
        </p:nvPicPr>
        <p:blipFill>
          <a:blip r:embed="rId9">
            <a:alphaModFix/>
          </a:blip>
          <a:stretch>
            <a:fillRect/>
          </a:stretch>
        </p:blipFill>
        <p:spPr>
          <a:xfrm rot="10800000">
            <a:off x="1246603" y="-1328043"/>
            <a:ext cx="673245" cy="1939186"/>
          </a:xfrm>
          <a:prstGeom prst="rect">
            <a:avLst/>
          </a:prstGeom>
          <a:noFill/>
          <a:ln>
            <a:noFill/>
          </a:ln>
        </p:spPr>
      </p:pic>
      <p:pic>
        <p:nvPicPr>
          <p:cNvPr id="132" name="Google Shape;132;p13"/>
          <p:cNvPicPr preferRelativeResize="0"/>
          <p:nvPr/>
        </p:nvPicPr>
        <p:blipFill>
          <a:blip r:embed="rId10">
            <a:alphaModFix/>
          </a:blip>
          <a:stretch>
            <a:fillRect/>
          </a:stretch>
        </p:blipFill>
        <p:spPr>
          <a:xfrm rot="4355737">
            <a:off x="-878577" y="787751"/>
            <a:ext cx="1066756" cy="3355847"/>
          </a:xfrm>
          <a:prstGeom prst="rect">
            <a:avLst/>
          </a:prstGeom>
          <a:no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BLANK_1_1">
    <p:spTree>
      <p:nvGrpSpPr>
        <p:cNvPr id="133" name="Shape 133"/>
        <p:cNvGrpSpPr/>
        <p:nvPr/>
      </p:nvGrpSpPr>
      <p:grpSpPr>
        <a:xfrm>
          <a:off x="0" y="0"/>
          <a:ext cx="0" cy="0"/>
          <a:chOff x="0" y="0"/>
          <a:chExt cx="0" cy="0"/>
        </a:xfrm>
      </p:grpSpPr>
      <p:pic>
        <p:nvPicPr>
          <p:cNvPr id="134" name="Google Shape;134;p14"/>
          <p:cNvPicPr preferRelativeResize="0"/>
          <p:nvPr/>
        </p:nvPicPr>
        <p:blipFill>
          <a:blip r:embed="rId2">
            <a:alphaModFix/>
          </a:blip>
          <a:stretch>
            <a:fillRect/>
          </a:stretch>
        </p:blipFill>
        <p:spPr>
          <a:xfrm>
            <a:off x="0" y="-41650"/>
            <a:ext cx="9144003" cy="5143501"/>
          </a:xfrm>
          <a:prstGeom prst="rect">
            <a:avLst/>
          </a:prstGeom>
          <a:noFill/>
          <a:ln>
            <a:noFill/>
          </a:ln>
        </p:spPr>
      </p:pic>
      <p:sp>
        <p:nvSpPr>
          <p:cNvPr id="135" name="Google Shape;135;p14"/>
          <p:cNvSpPr txBox="1"/>
          <p:nvPr>
            <p:ph type="title"/>
          </p:nvPr>
        </p:nvSpPr>
        <p:spPr>
          <a:xfrm>
            <a:off x="2399850" y="3282300"/>
            <a:ext cx="4344300" cy="531900"/>
          </a:xfrm>
          <a:prstGeom prst="rect">
            <a:avLst/>
          </a:prstGeom>
        </p:spPr>
        <p:txBody>
          <a:bodyPr anchorCtr="0" anchor="t" bIns="91425" lIns="91425" spcFirstLastPara="1" rIns="91425" wrap="square" tIns="91425">
            <a:noAutofit/>
          </a:bodyPr>
          <a:lstStyle>
            <a:lvl1pPr lvl="0" rtl="0" algn="l">
              <a:spcBef>
                <a:spcPts val="0"/>
              </a:spcBef>
              <a:spcAft>
                <a:spcPts val="0"/>
              </a:spcAft>
              <a:buSzPts val="3000"/>
              <a:buNone/>
              <a:defRPr sz="2100"/>
            </a:lvl1pPr>
            <a:lvl2pPr lvl="1" rtl="0" algn="ctr">
              <a:spcBef>
                <a:spcPts val="0"/>
              </a:spcBef>
              <a:spcAft>
                <a:spcPts val="0"/>
              </a:spcAft>
              <a:buSzPts val="3000"/>
              <a:buNone/>
              <a:defRPr sz="3000"/>
            </a:lvl2pPr>
            <a:lvl3pPr lvl="2" rtl="0" algn="ctr">
              <a:spcBef>
                <a:spcPts val="0"/>
              </a:spcBef>
              <a:spcAft>
                <a:spcPts val="0"/>
              </a:spcAft>
              <a:buSzPts val="3000"/>
              <a:buNone/>
              <a:defRPr sz="3000"/>
            </a:lvl3pPr>
            <a:lvl4pPr lvl="3" rtl="0" algn="ctr">
              <a:spcBef>
                <a:spcPts val="0"/>
              </a:spcBef>
              <a:spcAft>
                <a:spcPts val="0"/>
              </a:spcAft>
              <a:buSzPts val="3000"/>
              <a:buNone/>
              <a:defRPr sz="3000"/>
            </a:lvl4pPr>
            <a:lvl5pPr lvl="4" rtl="0" algn="ctr">
              <a:spcBef>
                <a:spcPts val="0"/>
              </a:spcBef>
              <a:spcAft>
                <a:spcPts val="0"/>
              </a:spcAft>
              <a:buSzPts val="3000"/>
              <a:buNone/>
              <a:defRPr sz="3000"/>
            </a:lvl5pPr>
            <a:lvl6pPr lvl="5" rtl="0" algn="ctr">
              <a:spcBef>
                <a:spcPts val="0"/>
              </a:spcBef>
              <a:spcAft>
                <a:spcPts val="0"/>
              </a:spcAft>
              <a:buSzPts val="3000"/>
              <a:buNone/>
              <a:defRPr sz="3000"/>
            </a:lvl6pPr>
            <a:lvl7pPr lvl="6" rtl="0" algn="ctr">
              <a:spcBef>
                <a:spcPts val="0"/>
              </a:spcBef>
              <a:spcAft>
                <a:spcPts val="0"/>
              </a:spcAft>
              <a:buSzPts val="3000"/>
              <a:buNone/>
              <a:defRPr sz="3000"/>
            </a:lvl7pPr>
            <a:lvl8pPr lvl="7" rtl="0" algn="ctr">
              <a:spcBef>
                <a:spcPts val="0"/>
              </a:spcBef>
              <a:spcAft>
                <a:spcPts val="0"/>
              </a:spcAft>
              <a:buSzPts val="3000"/>
              <a:buNone/>
              <a:defRPr sz="3000"/>
            </a:lvl8pPr>
            <a:lvl9pPr lvl="8" rtl="0" algn="ctr">
              <a:spcBef>
                <a:spcPts val="0"/>
              </a:spcBef>
              <a:spcAft>
                <a:spcPts val="0"/>
              </a:spcAft>
              <a:buSzPts val="3000"/>
              <a:buNone/>
              <a:defRPr sz="3000"/>
            </a:lvl9pPr>
          </a:lstStyle>
          <a:p/>
        </p:txBody>
      </p:sp>
      <p:sp>
        <p:nvSpPr>
          <p:cNvPr id="136" name="Google Shape;136;p14"/>
          <p:cNvSpPr txBox="1"/>
          <p:nvPr>
            <p:ph idx="1" type="subTitle"/>
          </p:nvPr>
        </p:nvSpPr>
        <p:spPr>
          <a:xfrm>
            <a:off x="2399850" y="1437750"/>
            <a:ext cx="4344300" cy="1768500"/>
          </a:xfrm>
          <a:prstGeom prst="rect">
            <a:avLst/>
          </a:prstGeom>
          <a:solidFill>
            <a:schemeClr val="dk2"/>
          </a:solidFill>
        </p:spPr>
        <p:txBody>
          <a:bodyPr anchorCtr="0" anchor="b" bIns="91425" lIns="91425" spcFirstLastPara="1" rIns="91425" wrap="square" tIns="91425">
            <a:noAutofit/>
          </a:bodyPr>
          <a:lstStyle>
            <a:lvl1pPr lvl="0" rtl="0">
              <a:lnSpc>
                <a:spcPct val="100000"/>
              </a:lnSpc>
              <a:spcBef>
                <a:spcPts val="0"/>
              </a:spcBef>
              <a:spcAft>
                <a:spcPts val="0"/>
              </a:spcAft>
              <a:buSzPts val="2500"/>
              <a:buNone/>
              <a:defRPr sz="2500"/>
            </a:lvl1pPr>
            <a:lvl2pPr lvl="1" rtl="0" algn="ctr">
              <a:lnSpc>
                <a:spcPct val="100000"/>
              </a:lnSpc>
              <a:spcBef>
                <a:spcPts val="0"/>
              </a:spcBef>
              <a:spcAft>
                <a:spcPts val="0"/>
              </a:spcAft>
              <a:buSzPts val="2500"/>
              <a:buNone/>
              <a:defRPr sz="2500"/>
            </a:lvl2pPr>
            <a:lvl3pPr lvl="2" rtl="0" algn="ctr">
              <a:lnSpc>
                <a:spcPct val="100000"/>
              </a:lnSpc>
              <a:spcBef>
                <a:spcPts val="0"/>
              </a:spcBef>
              <a:spcAft>
                <a:spcPts val="0"/>
              </a:spcAft>
              <a:buSzPts val="2500"/>
              <a:buNone/>
              <a:defRPr sz="2500"/>
            </a:lvl3pPr>
            <a:lvl4pPr lvl="3" rtl="0" algn="ctr">
              <a:lnSpc>
                <a:spcPct val="100000"/>
              </a:lnSpc>
              <a:spcBef>
                <a:spcPts val="0"/>
              </a:spcBef>
              <a:spcAft>
                <a:spcPts val="0"/>
              </a:spcAft>
              <a:buSzPts val="2500"/>
              <a:buNone/>
              <a:defRPr sz="2500"/>
            </a:lvl4pPr>
            <a:lvl5pPr lvl="4" rtl="0" algn="ctr">
              <a:lnSpc>
                <a:spcPct val="100000"/>
              </a:lnSpc>
              <a:spcBef>
                <a:spcPts val="0"/>
              </a:spcBef>
              <a:spcAft>
                <a:spcPts val="0"/>
              </a:spcAft>
              <a:buSzPts val="2500"/>
              <a:buNone/>
              <a:defRPr sz="2500"/>
            </a:lvl5pPr>
            <a:lvl6pPr lvl="5" rtl="0" algn="ctr">
              <a:lnSpc>
                <a:spcPct val="100000"/>
              </a:lnSpc>
              <a:spcBef>
                <a:spcPts val="0"/>
              </a:spcBef>
              <a:spcAft>
                <a:spcPts val="0"/>
              </a:spcAft>
              <a:buSzPts val="2500"/>
              <a:buNone/>
              <a:defRPr sz="2500"/>
            </a:lvl6pPr>
            <a:lvl7pPr lvl="6" rtl="0" algn="ctr">
              <a:lnSpc>
                <a:spcPct val="100000"/>
              </a:lnSpc>
              <a:spcBef>
                <a:spcPts val="0"/>
              </a:spcBef>
              <a:spcAft>
                <a:spcPts val="0"/>
              </a:spcAft>
              <a:buSzPts val="2500"/>
              <a:buNone/>
              <a:defRPr sz="2500"/>
            </a:lvl7pPr>
            <a:lvl8pPr lvl="7" rtl="0" algn="ctr">
              <a:lnSpc>
                <a:spcPct val="100000"/>
              </a:lnSpc>
              <a:spcBef>
                <a:spcPts val="0"/>
              </a:spcBef>
              <a:spcAft>
                <a:spcPts val="0"/>
              </a:spcAft>
              <a:buSzPts val="2500"/>
              <a:buNone/>
              <a:defRPr sz="2500"/>
            </a:lvl8pPr>
            <a:lvl9pPr lvl="8" rtl="0" algn="ctr">
              <a:lnSpc>
                <a:spcPct val="100000"/>
              </a:lnSpc>
              <a:spcBef>
                <a:spcPts val="0"/>
              </a:spcBef>
              <a:spcAft>
                <a:spcPts val="0"/>
              </a:spcAft>
              <a:buSzPts val="2500"/>
              <a:buNone/>
              <a:defRPr sz="2500"/>
            </a:lvl9pPr>
          </a:lstStyle>
          <a:p/>
        </p:txBody>
      </p:sp>
      <p:pic>
        <p:nvPicPr>
          <p:cNvPr id="137" name="Google Shape;137;p14"/>
          <p:cNvPicPr preferRelativeResize="0"/>
          <p:nvPr/>
        </p:nvPicPr>
        <p:blipFill>
          <a:blip r:embed="rId3">
            <a:alphaModFix/>
          </a:blip>
          <a:stretch>
            <a:fillRect/>
          </a:stretch>
        </p:blipFill>
        <p:spPr>
          <a:xfrm rot="4089853">
            <a:off x="11834" y="2126973"/>
            <a:ext cx="149150" cy="2595250"/>
          </a:xfrm>
          <a:prstGeom prst="rect">
            <a:avLst/>
          </a:prstGeom>
          <a:noFill/>
          <a:ln>
            <a:noFill/>
          </a:ln>
        </p:spPr>
      </p:pic>
      <p:pic>
        <p:nvPicPr>
          <p:cNvPr id="138" name="Google Shape;138;p14"/>
          <p:cNvPicPr preferRelativeResize="0"/>
          <p:nvPr/>
        </p:nvPicPr>
        <p:blipFill>
          <a:blip r:embed="rId4">
            <a:alphaModFix/>
          </a:blip>
          <a:stretch>
            <a:fillRect/>
          </a:stretch>
        </p:blipFill>
        <p:spPr>
          <a:xfrm rot="547658">
            <a:off x="-479140" y="3688222"/>
            <a:ext cx="2051879" cy="2104805"/>
          </a:xfrm>
          <a:prstGeom prst="rect">
            <a:avLst/>
          </a:prstGeom>
          <a:noFill/>
          <a:ln>
            <a:noFill/>
          </a:ln>
        </p:spPr>
      </p:pic>
      <p:pic>
        <p:nvPicPr>
          <p:cNvPr id="139" name="Google Shape;139;p14"/>
          <p:cNvPicPr preferRelativeResize="0"/>
          <p:nvPr/>
        </p:nvPicPr>
        <p:blipFill>
          <a:blip r:embed="rId5">
            <a:alphaModFix/>
          </a:blip>
          <a:stretch>
            <a:fillRect/>
          </a:stretch>
        </p:blipFill>
        <p:spPr>
          <a:xfrm>
            <a:off x="-580712" y="0"/>
            <a:ext cx="2101374" cy="1800550"/>
          </a:xfrm>
          <a:prstGeom prst="rect">
            <a:avLst/>
          </a:prstGeom>
          <a:noFill/>
          <a:ln>
            <a:noFill/>
          </a:ln>
        </p:spPr>
      </p:pic>
      <p:pic>
        <p:nvPicPr>
          <p:cNvPr id="140" name="Google Shape;140;p14"/>
          <p:cNvPicPr preferRelativeResize="0"/>
          <p:nvPr/>
        </p:nvPicPr>
        <p:blipFill>
          <a:blip r:embed="rId6">
            <a:alphaModFix/>
          </a:blip>
          <a:stretch>
            <a:fillRect/>
          </a:stretch>
        </p:blipFill>
        <p:spPr>
          <a:xfrm rot="9803223">
            <a:off x="732359" y="-395449"/>
            <a:ext cx="649332" cy="1066725"/>
          </a:xfrm>
          <a:prstGeom prst="rect">
            <a:avLst/>
          </a:prstGeom>
          <a:noFill/>
          <a:ln>
            <a:noFill/>
          </a:ln>
        </p:spPr>
      </p:pic>
      <p:pic>
        <p:nvPicPr>
          <p:cNvPr id="141" name="Google Shape;141;p14"/>
          <p:cNvPicPr preferRelativeResize="0"/>
          <p:nvPr/>
        </p:nvPicPr>
        <p:blipFill>
          <a:blip r:embed="rId7">
            <a:alphaModFix/>
          </a:blip>
          <a:stretch>
            <a:fillRect/>
          </a:stretch>
        </p:blipFill>
        <p:spPr>
          <a:xfrm>
            <a:off x="1475207" y="4189525"/>
            <a:ext cx="787436" cy="3107300"/>
          </a:xfrm>
          <a:prstGeom prst="rect">
            <a:avLst/>
          </a:prstGeom>
          <a:noFill/>
          <a:ln>
            <a:noFill/>
          </a:ln>
        </p:spPr>
      </p:pic>
      <p:pic>
        <p:nvPicPr>
          <p:cNvPr id="142" name="Google Shape;142;p14"/>
          <p:cNvPicPr preferRelativeResize="0"/>
          <p:nvPr/>
        </p:nvPicPr>
        <p:blipFill>
          <a:blip r:embed="rId8">
            <a:alphaModFix/>
          </a:blip>
          <a:stretch>
            <a:fillRect/>
          </a:stretch>
        </p:blipFill>
        <p:spPr>
          <a:xfrm rot="-6819486">
            <a:off x="-214921" y="2040441"/>
            <a:ext cx="535467" cy="1788545"/>
          </a:xfrm>
          <a:prstGeom prst="rect">
            <a:avLst/>
          </a:prstGeom>
          <a:noFill/>
          <a:ln>
            <a:noFill/>
          </a:ln>
        </p:spPr>
      </p:pic>
      <p:pic>
        <p:nvPicPr>
          <p:cNvPr id="143" name="Google Shape;143;p14"/>
          <p:cNvPicPr preferRelativeResize="0"/>
          <p:nvPr/>
        </p:nvPicPr>
        <p:blipFill>
          <a:blip r:embed="rId9">
            <a:alphaModFix/>
          </a:blip>
          <a:stretch>
            <a:fillRect/>
          </a:stretch>
        </p:blipFill>
        <p:spPr>
          <a:xfrm rot="10800000">
            <a:off x="1475203" y="-1328043"/>
            <a:ext cx="673245" cy="1939186"/>
          </a:xfrm>
          <a:prstGeom prst="rect">
            <a:avLst/>
          </a:prstGeom>
          <a:noFill/>
          <a:ln>
            <a:noFill/>
          </a:ln>
        </p:spPr>
      </p:pic>
      <p:pic>
        <p:nvPicPr>
          <p:cNvPr id="144" name="Google Shape;144;p14"/>
          <p:cNvPicPr preferRelativeResize="0"/>
          <p:nvPr/>
        </p:nvPicPr>
        <p:blipFill>
          <a:blip r:embed="rId10">
            <a:alphaModFix/>
          </a:blip>
          <a:stretch>
            <a:fillRect/>
          </a:stretch>
        </p:blipFill>
        <p:spPr>
          <a:xfrm rot="4355737">
            <a:off x="-649977" y="787751"/>
            <a:ext cx="1066756" cy="3355847"/>
          </a:xfrm>
          <a:prstGeom prst="rect">
            <a:avLst/>
          </a:prstGeom>
          <a:noFill/>
          <a:ln>
            <a:noFill/>
          </a:ln>
        </p:spPr>
      </p:pic>
      <p:pic>
        <p:nvPicPr>
          <p:cNvPr id="145" name="Google Shape;145;p14"/>
          <p:cNvPicPr preferRelativeResize="0"/>
          <p:nvPr/>
        </p:nvPicPr>
        <p:blipFill>
          <a:blip r:embed="rId10">
            <a:alphaModFix/>
          </a:blip>
          <a:stretch>
            <a:fillRect/>
          </a:stretch>
        </p:blipFill>
        <p:spPr>
          <a:xfrm rot="-2700000">
            <a:off x="8761659" y="1331275"/>
            <a:ext cx="1153232" cy="3627852"/>
          </a:xfrm>
          <a:prstGeom prst="rect">
            <a:avLst/>
          </a:prstGeom>
          <a:noFill/>
          <a:ln>
            <a:noFill/>
          </a:ln>
        </p:spPr>
      </p:pic>
      <p:pic>
        <p:nvPicPr>
          <p:cNvPr id="146" name="Google Shape;146;p14"/>
          <p:cNvPicPr preferRelativeResize="0"/>
          <p:nvPr/>
        </p:nvPicPr>
        <p:blipFill>
          <a:blip r:embed="rId7">
            <a:alphaModFix/>
          </a:blip>
          <a:stretch>
            <a:fillRect/>
          </a:stretch>
        </p:blipFill>
        <p:spPr>
          <a:xfrm rot="-2474329">
            <a:off x="8647819" y="2366550"/>
            <a:ext cx="919362" cy="3627850"/>
          </a:xfrm>
          <a:prstGeom prst="rect">
            <a:avLst/>
          </a:prstGeom>
          <a:noFill/>
          <a:ln>
            <a:noFill/>
          </a:ln>
        </p:spPr>
      </p:pic>
      <p:pic>
        <p:nvPicPr>
          <p:cNvPr id="147" name="Google Shape;147;p14"/>
          <p:cNvPicPr preferRelativeResize="0"/>
          <p:nvPr/>
        </p:nvPicPr>
        <p:blipFill>
          <a:blip r:embed="rId11">
            <a:alphaModFix/>
          </a:blip>
          <a:stretch>
            <a:fillRect/>
          </a:stretch>
        </p:blipFill>
        <p:spPr>
          <a:xfrm rot="8464599">
            <a:off x="7149700" y="4094729"/>
            <a:ext cx="2277500" cy="2593241"/>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1">
  <p:cSld name="SECTION_HEADER_1">
    <p:spTree>
      <p:nvGrpSpPr>
        <p:cNvPr id="148" name="Shape 148"/>
        <p:cNvGrpSpPr/>
        <p:nvPr/>
      </p:nvGrpSpPr>
      <p:grpSpPr>
        <a:xfrm>
          <a:off x="0" y="0"/>
          <a:ext cx="0" cy="0"/>
          <a:chOff x="0" y="0"/>
          <a:chExt cx="0" cy="0"/>
        </a:xfrm>
      </p:grpSpPr>
      <p:pic>
        <p:nvPicPr>
          <p:cNvPr id="149" name="Google Shape;149;p15"/>
          <p:cNvPicPr preferRelativeResize="0"/>
          <p:nvPr/>
        </p:nvPicPr>
        <p:blipFill>
          <a:blip r:embed="rId2">
            <a:alphaModFix/>
          </a:blip>
          <a:stretch>
            <a:fillRect/>
          </a:stretch>
        </p:blipFill>
        <p:spPr>
          <a:xfrm>
            <a:off x="0" y="0"/>
            <a:ext cx="9144003" cy="5143501"/>
          </a:xfrm>
          <a:prstGeom prst="rect">
            <a:avLst/>
          </a:prstGeom>
          <a:noFill/>
          <a:ln>
            <a:noFill/>
          </a:ln>
        </p:spPr>
      </p:pic>
      <p:sp>
        <p:nvSpPr>
          <p:cNvPr id="150" name="Google Shape;150;p15"/>
          <p:cNvSpPr txBox="1"/>
          <p:nvPr>
            <p:ph type="title"/>
          </p:nvPr>
        </p:nvSpPr>
        <p:spPr>
          <a:xfrm>
            <a:off x="1039225" y="2204650"/>
            <a:ext cx="3568200" cy="1299000"/>
          </a:xfrm>
          <a:prstGeom prst="rect">
            <a:avLst/>
          </a:prstGeom>
        </p:spPr>
        <p:txBody>
          <a:bodyPr anchorCtr="0" anchor="b" bIns="91425" lIns="91425" spcFirstLastPara="1" rIns="91425" wrap="square" tIns="91425">
            <a:noAutofit/>
          </a:bodyPr>
          <a:lstStyle>
            <a:lvl1pPr lvl="0" rtl="0" algn="l">
              <a:spcBef>
                <a:spcPts val="0"/>
              </a:spcBef>
              <a:spcAft>
                <a:spcPts val="0"/>
              </a:spcAft>
              <a:buSzPts val="3600"/>
              <a:buNone/>
              <a:defRPr sz="36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151" name="Google Shape;151;p15"/>
          <p:cNvSpPr txBox="1"/>
          <p:nvPr>
            <p:ph hasCustomPrompt="1" idx="2" type="title"/>
          </p:nvPr>
        </p:nvSpPr>
        <p:spPr>
          <a:xfrm>
            <a:off x="1177650" y="1100050"/>
            <a:ext cx="1333500" cy="1104600"/>
          </a:xfrm>
          <a:prstGeom prst="rect">
            <a:avLst/>
          </a:prstGeom>
          <a:solidFill>
            <a:schemeClr val="dk2"/>
          </a:solidFill>
        </p:spPr>
        <p:txBody>
          <a:bodyPr anchorCtr="0" anchor="ctr" bIns="91425" lIns="91425" spcFirstLastPara="1" rIns="91425" wrap="square" tIns="91425">
            <a:noAutofit/>
          </a:bodyPr>
          <a:lstStyle>
            <a:lvl1pPr lvl="0" rtl="0" algn="ctr">
              <a:spcBef>
                <a:spcPts val="0"/>
              </a:spcBef>
              <a:spcAft>
                <a:spcPts val="0"/>
              </a:spcAft>
              <a:buSzPts val="6000"/>
              <a:buNone/>
              <a:defRPr sz="6000"/>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a:r>
              <a:t>xx%</a:t>
            </a:r>
          </a:p>
        </p:txBody>
      </p:sp>
      <p:sp>
        <p:nvSpPr>
          <p:cNvPr id="152" name="Google Shape;152;p15"/>
          <p:cNvSpPr txBox="1"/>
          <p:nvPr>
            <p:ph idx="1" type="subTitle"/>
          </p:nvPr>
        </p:nvSpPr>
        <p:spPr>
          <a:xfrm>
            <a:off x="1039225" y="3467900"/>
            <a:ext cx="3568200" cy="6921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6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pic>
        <p:nvPicPr>
          <p:cNvPr id="153" name="Google Shape;153;p15"/>
          <p:cNvPicPr preferRelativeResize="0"/>
          <p:nvPr/>
        </p:nvPicPr>
        <p:blipFill>
          <a:blip r:embed="rId3">
            <a:alphaModFix/>
          </a:blip>
          <a:stretch>
            <a:fillRect/>
          </a:stretch>
        </p:blipFill>
        <p:spPr>
          <a:xfrm rot="-7536356">
            <a:off x="8138564" y="-1199725"/>
            <a:ext cx="156961" cy="2731122"/>
          </a:xfrm>
          <a:prstGeom prst="rect">
            <a:avLst/>
          </a:prstGeom>
          <a:noFill/>
          <a:ln>
            <a:noFill/>
          </a:ln>
        </p:spPr>
      </p:pic>
      <p:pic>
        <p:nvPicPr>
          <p:cNvPr id="154" name="Google Shape;154;p15"/>
          <p:cNvPicPr preferRelativeResize="0"/>
          <p:nvPr/>
        </p:nvPicPr>
        <p:blipFill>
          <a:blip r:embed="rId4">
            <a:alphaModFix/>
          </a:blip>
          <a:stretch>
            <a:fillRect/>
          </a:stretch>
        </p:blipFill>
        <p:spPr>
          <a:xfrm rot="-4168016">
            <a:off x="8496923" y="4471412"/>
            <a:ext cx="606432" cy="996325"/>
          </a:xfrm>
          <a:prstGeom prst="rect">
            <a:avLst/>
          </a:prstGeom>
          <a:noFill/>
          <a:ln>
            <a:noFill/>
          </a:ln>
        </p:spPr>
      </p:pic>
      <p:pic>
        <p:nvPicPr>
          <p:cNvPr id="155" name="Google Shape;155;p15"/>
          <p:cNvPicPr preferRelativeResize="0"/>
          <p:nvPr/>
        </p:nvPicPr>
        <p:blipFill>
          <a:blip r:embed="rId5">
            <a:alphaModFix/>
          </a:blip>
          <a:stretch>
            <a:fillRect/>
          </a:stretch>
        </p:blipFill>
        <p:spPr>
          <a:xfrm rot="5400000">
            <a:off x="8154786" y="3469366"/>
            <a:ext cx="1197500" cy="1363500"/>
          </a:xfrm>
          <a:prstGeom prst="rect">
            <a:avLst/>
          </a:prstGeom>
          <a:noFill/>
          <a:ln>
            <a:noFill/>
          </a:ln>
        </p:spPr>
      </p:pic>
      <p:pic>
        <p:nvPicPr>
          <p:cNvPr id="156" name="Google Shape;156;p15"/>
          <p:cNvPicPr preferRelativeResize="0"/>
          <p:nvPr/>
        </p:nvPicPr>
        <p:blipFill>
          <a:blip r:embed="rId6">
            <a:alphaModFix/>
          </a:blip>
          <a:stretch>
            <a:fillRect/>
          </a:stretch>
        </p:blipFill>
        <p:spPr>
          <a:xfrm rot="-5400000">
            <a:off x="8305955" y="2518538"/>
            <a:ext cx="597036" cy="1402135"/>
          </a:xfrm>
          <a:prstGeom prst="rect">
            <a:avLst/>
          </a:prstGeom>
          <a:noFill/>
          <a:ln>
            <a:noFill/>
          </a:ln>
        </p:spPr>
      </p:pic>
      <p:pic>
        <p:nvPicPr>
          <p:cNvPr id="157" name="Google Shape;157;p15"/>
          <p:cNvPicPr preferRelativeResize="0"/>
          <p:nvPr/>
        </p:nvPicPr>
        <p:blipFill>
          <a:blip r:embed="rId7">
            <a:alphaModFix/>
          </a:blip>
          <a:stretch>
            <a:fillRect/>
          </a:stretch>
        </p:blipFill>
        <p:spPr>
          <a:xfrm rot="-7128093">
            <a:off x="8684276" y="-100911"/>
            <a:ext cx="773422" cy="2239580"/>
          </a:xfrm>
          <a:prstGeom prst="rect">
            <a:avLst/>
          </a:prstGeom>
          <a:noFill/>
          <a:ln>
            <a:noFill/>
          </a:ln>
        </p:spPr>
      </p:pic>
      <p:pic>
        <p:nvPicPr>
          <p:cNvPr id="158" name="Google Shape;158;p15"/>
          <p:cNvPicPr preferRelativeResize="0"/>
          <p:nvPr/>
        </p:nvPicPr>
        <p:blipFill>
          <a:blip r:embed="rId8">
            <a:alphaModFix/>
          </a:blip>
          <a:stretch>
            <a:fillRect/>
          </a:stretch>
        </p:blipFill>
        <p:spPr>
          <a:xfrm rot="-9473904">
            <a:off x="7692221" y="-561301"/>
            <a:ext cx="1824500" cy="2276758"/>
          </a:xfrm>
          <a:prstGeom prst="rect">
            <a:avLst/>
          </a:prstGeom>
          <a:noFill/>
          <a:ln>
            <a:noFill/>
          </a:ln>
        </p:spPr>
      </p:pic>
      <p:pic>
        <p:nvPicPr>
          <p:cNvPr id="159" name="Google Shape;159;p15"/>
          <p:cNvPicPr preferRelativeResize="0"/>
          <p:nvPr/>
        </p:nvPicPr>
        <p:blipFill>
          <a:blip r:embed="rId9">
            <a:alphaModFix/>
          </a:blip>
          <a:stretch>
            <a:fillRect/>
          </a:stretch>
        </p:blipFill>
        <p:spPr>
          <a:xfrm rot="-6444403">
            <a:off x="8869894" y="-34189"/>
            <a:ext cx="1158879" cy="3645650"/>
          </a:xfrm>
          <a:prstGeom prst="rect">
            <a:avLst/>
          </a:prstGeom>
          <a:noFill/>
          <a:ln>
            <a:noFill/>
          </a:ln>
        </p:spPr>
      </p:pic>
      <p:pic>
        <p:nvPicPr>
          <p:cNvPr id="160" name="Google Shape;160;p15"/>
          <p:cNvPicPr preferRelativeResize="0"/>
          <p:nvPr/>
        </p:nvPicPr>
        <p:blipFill>
          <a:blip r:embed="rId3">
            <a:alphaModFix/>
          </a:blip>
          <a:stretch>
            <a:fillRect/>
          </a:stretch>
        </p:blipFill>
        <p:spPr>
          <a:xfrm rot="-5399996">
            <a:off x="9775589" y="1290013"/>
            <a:ext cx="156961" cy="2731121"/>
          </a:xfrm>
          <a:prstGeom prst="rect">
            <a:avLst/>
          </a:prstGeom>
          <a:noFill/>
          <a:ln>
            <a:noFill/>
          </a:ln>
        </p:spPr>
      </p:pic>
      <p:pic>
        <p:nvPicPr>
          <p:cNvPr id="161" name="Google Shape;161;p15"/>
          <p:cNvPicPr preferRelativeResize="0"/>
          <p:nvPr/>
        </p:nvPicPr>
        <p:blipFill>
          <a:blip r:embed="rId10">
            <a:alphaModFix/>
          </a:blip>
          <a:stretch>
            <a:fillRect/>
          </a:stretch>
        </p:blipFill>
        <p:spPr>
          <a:xfrm rot="-3504125">
            <a:off x="7577876" y="4313329"/>
            <a:ext cx="659392" cy="1899274"/>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2">
  <p:cSld name="SECTION_HEADER_1_1">
    <p:spTree>
      <p:nvGrpSpPr>
        <p:cNvPr id="162" name="Shape 162"/>
        <p:cNvGrpSpPr/>
        <p:nvPr/>
      </p:nvGrpSpPr>
      <p:grpSpPr>
        <a:xfrm>
          <a:off x="0" y="0"/>
          <a:ext cx="0" cy="0"/>
          <a:chOff x="0" y="0"/>
          <a:chExt cx="0" cy="0"/>
        </a:xfrm>
      </p:grpSpPr>
      <p:pic>
        <p:nvPicPr>
          <p:cNvPr id="163" name="Google Shape;163;p16"/>
          <p:cNvPicPr preferRelativeResize="0"/>
          <p:nvPr/>
        </p:nvPicPr>
        <p:blipFill>
          <a:blip r:embed="rId2">
            <a:alphaModFix/>
          </a:blip>
          <a:stretch>
            <a:fillRect/>
          </a:stretch>
        </p:blipFill>
        <p:spPr>
          <a:xfrm flipH="1">
            <a:off x="0" y="0"/>
            <a:ext cx="9144003" cy="5143501"/>
          </a:xfrm>
          <a:prstGeom prst="rect">
            <a:avLst/>
          </a:prstGeom>
          <a:noFill/>
          <a:ln>
            <a:noFill/>
          </a:ln>
        </p:spPr>
      </p:pic>
      <p:sp>
        <p:nvSpPr>
          <p:cNvPr id="164" name="Google Shape;164;p16"/>
          <p:cNvSpPr txBox="1"/>
          <p:nvPr>
            <p:ph type="title"/>
          </p:nvPr>
        </p:nvSpPr>
        <p:spPr>
          <a:xfrm>
            <a:off x="2844575" y="2204650"/>
            <a:ext cx="3568200" cy="1299000"/>
          </a:xfrm>
          <a:prstGeom prst="rect">
            <a:avLst/>
          </a:prstGeom>
        </p:spPr>
        <p:txBody>
          <a:bodyPr anchorCtr="0" anchor="b" bIns="91425" lIns="91425" spcFirstLastPara="1" rIns="91425" wrap="square" tIns="91425">
            <a:noAutofit/>
          </a:bodyPr>
          <a:lstStyle>
            <a:lvl1pPr lvl="0" rtl="0">
              <a:spcBef>
                <a:spcPts val="0"/>
              </a:spcBef>
              <a:spcAft>
                <a:spcPts val="0"/>
              </a:spcAft>
              <a:buSzPts val="3600"/>
              <a:buNone/>
              <a:defRPr sz="36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165" name="Google Shape;165;p16"/>
          <p:cNvSpPr txBox="1"/>
          <p:nvPr>
            <p:ph hasCustomPrompt="1" idx="2" type="title"/>
          </p:nvPr>
        </p:nvSpPr>
        <p:spPr>
          <a:xfrm>
            <a:off x="3961925" y="1100050"/>
            <a:ext cx="1333500" cy="1104600"/>
          </a:xfrm>
          <a:prstGeom prst="rect">
            <a:avLst/>
          </a:prstGeom>
          <a:solidFill>
            <a:schemeClr val="dk2"/>
          </a:solidFill>
        </p:spPr>
        <p:txBody>
          <a:bodyPr anchorCtr="0" anchor="ctr" bIns="91425" lIns="91425" spcFirstLastPara="1" rIns="91425" wrap="square" tIns="91425">
            <a:noAutofit/>
          </a:bodyPr>
          <a:lstStyle>
            <a:lvl1pPr lvl="0" rtl="0" algn="ctr">
              <a:spcBef>
                <a:spcPts val="0"/>
              </a:spcBef>
              <a:spcAft>
                <a:spcPts val="0"/>
              </a:spcAft>
              <a:buSzPts val="6000"/>
              <a:buNone/>
              <a:defRPr sz="6000"/>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a:r>
              <a:t>xx%</a:t>
            </a:r>
          </a:p>
        </p:txBody>
      </p:sp>
      <p:sp>
        <p:nvSpPr>
          <p:cNvPr id="166" name="Google Shape;166;p16"/>
          <p:cNvSpPr txBox="1"/>
          <p:nvPr>
            <p:ph idx="1" type="subTitle"/>
          </p:nvPr>
        </p:nvSpPr>
        <p:spPr>
          <a:xfrm>
            <a:off x="2844575" y="3503650"/>
            <a:ext cx="3568200" cy="692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6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pic>
        <p:nvPicPr>
          <p:cNvPr id="167" name="Google Shape;167;p16"/>
          <p:cNvPicPr preferRelativeResize="0"/>
          <p:nvPr/>
        </p:nvPicPr>
        <p:blipFill>
          <a:blip r:embed="rId3">
            <a:alphaModFix/>
          </a:blip>
          <a:stretch>
            <a:fillRect/>
          </a:stretch>
        </p:blipFill>
        <p:spPr>
          <a:xfrm>
            <a:off x="-2156330" y="290756"/>
            <a:ext cx="3019160" cy="1913889"/>
          </a:xfrm>
          <a:prstGeom prst="rect">
            <a:avLst/>
          </a:prstGeom>
          <a:noFill/>
          <a:ln>
            <a:noFill/>
          </a:ln>
        </p:spPr>
      </p:pic>
      <p:pic>
        <p:nvPicPr>
          <p:cNvPr id="168" name="Google Shape;168;p16"/>
          <p:cNvPicPr preferRelativeResize="0"/>
          <p:nvPr/>
        </p:nvPicPr>
        <p:blipFill>
          <a:blip r:embed="rId4">
            <a:alphaModFix/>
          </a:blip>
          <a:stretch>
            <a:fillRect/>
          </a:stretch>
        </p:blipFill>
        <p:spPr>
          <a:xfrm rot="2107592">
            <a:off x="-847830" y="1749126"/>
            <a:ext cx="402160" cy="4657747"/>
          </a:xfrm>
          <a:prstGeom prst="rect">
            <a:avLst/>
          </a:prstGeom>
          <a:noFill/>
          <a:ln>
            <a:noFill/>
          </a:ln>
        </p:spPr>
      </p:pic>
      <p:pic>
        <p:nvPicPr>
          <p:cNvPr id="169" name="Google Shape;169;p16"/>
          <p:cNvPicPr preferRelativeResize="0"/>
          <p:nvPr/>
        </p:nvPicPr>
        <p:blipFill>
          <a:blip r:embed="rId5">
            <a:alphaModFix/>
          </a:blip>
          <a:stretch>
            <a:fillRect/>
          </a:stretch>
        </p:blipFill>
        <p:spPr>
          <a:xfrm rot="-5234535">
            <a:off x="8965652" y="3023595"/>
            <a:ext cx="729133" cy="2877216"/>
          </a:xfrm>
          <a:prstGeom prst="rect">
            <a:avLst/>
          </a:prstGeom>
          <a:noFill/>
          <a:ln>
            <a:noFill/>
          </a:ln>
        </p:spPr>
      </p:pic>
      <p:pic>
        <p:nvPicPr>
          <p:cNvPr id="170" name="Google Shape;170;p16"/>
          <p:cNvPicPr preferRelativeResize="0"/>
          <p:nvPr/>
        </p:nvPicPr>
        <p:blipFill>
          <a:blip r:embed="rId6">
            <a:alphaModFix/>
          </a:blip>
          <a:stretch>
            <a:fillRect/>
          </a:stretch>
        </p:blipFill>
        <p:spPr>
          <a:xfrm rot="-6715916">
            <a:off x="8573905" y="2354432"/>
            <a:ext cx="729117" cy="2100153"/>
          </a:xfrm>
          <a:prstGeom prst="rect">
            <a:avLst/>
          </a:prstGeom>
          <a:noFill/>
          <a:ln>
            <a:noFill/>
          </a:ln>
        </p:spPr>
      </p:pic>
      <p:pic>
        <p:nvPicPr>
          <p:cNvPr id="171" name="Google Shape;171;p16"/>
          <p:cNvPicPr preferRelativeResize="0"/>
          <p:nvPr/>
        </p:nvPicPr>
        <p:blipFill>
          <a:blip r:embed="rId7">
            <a:alphaModFix/>
          </a:blip>
          <a:stretch>
            <a:fillRect/>
          </a:stretch>
        </p:blipFill>
        <p:spPr>
          <a:xfrm rot="-2434725">
            <a:off x="-1462860" y="3560958"/>
            <a:ext cx="3000022" cy="1148334"/>
          </a:xfrm>
          <a:prstGeom prst="rect">
            <a:avLst/>
          </a:prstGeom>
          <a:noFill/>
          <a:ln>
            <a:noFill/>
          </a:ln>
        </p:spPr>
      </p:pic>
      <p:pic>
        <p:nvPicPr>
          <p:cNvPr id="172" name="Google Shape;172;p16"/>
          <p:cNvPicPr preferRelativeResize="0"/>
          <p:nvPr/>
        </p:nvPicPr>
        <p:blipFill>
          <a:blip r:embed="rId8">
            <a:alphaModFix/>
          </a:blip>
          <a:stretch>
            <a:fillRect/>
          </a:stretch>
        </p:blipFill>
        <p:spPr>
          <a:xfrm>
            <a:off x="7672800" y="-340514"/>
            <a:ext cx="1916450" cy="2182178"/>
          </a:xfrm>
          <a:prstGeom prst="rect">
            <a:avLst/>
          </a:prstGeom>
          <a:noFill/>
          <a:ln>
            <a:noFill/>
          </a:ln>
        </p:spPr>
      </p:pic>
      <p:pic>
        <p:nvPicPr>
          <p:cNvPr id="173" name="Google Shape;173;p16"/>
          <p:cNvPicPr preferRelativeResize="0"/>
          <p:nvPr/>
        </p:nvPicPr>
        <p:blipFill>
          <a:blip r:embed="rId9">
            <a:alphaModFix/>
          </a:blip>
          <a:stretch>
            <a:fillRect/>
          </a:stretch>
        </p:blipFill>
        <p:spPr>
          <a:xfrm rot="4134069">
            <a:off x="8325905" y="798197"/>
            <a:ext cx="1225104" cy="2877214"/>
          </a:xfrm>
          <a:prstGeom prst="rect">
            <a:avLst/>
          </a:prstGeom>
          <a:noFill/>
          <a:ln>
            <a:noFill/>
          </a:ln>
        </p:spPr>
      </p:pic>
      <p:pic>
        <p:nvPicPr>
          <p:cNvPr id="174" name="Google Shape;174;p16"/>
          <p:cNvPicPr preferRelativeResize="0"/>
          <p:nvPr/>
        </p:nvPicPr>
        <p:blipFill>
          <a:blip r:embed="rId10">
            <a:alphaModFix/>
          </a:blip>
          <a:stretch>
            <a:fillRect/>
          </a:stretch>
        </p:blipFill>
        <p:spPr>
          <a:xfrm rot="2425128">
            <a:off x="521221" y="3928012"/>
            <a:ext cx="213308" cy="2705376"/>
          </a:xfrm>
          <a:prstGeom prst="rect">
            <a:avLst/>
          </a:prstGeom>
          <a:noFill/>
          <a:ln>
            <a:noFill/>
          </a:ln>
        </p:spPr>
      </p:pic>
      <p:pic>
        <p:nvPicPr>
          <p:cNvPr id="175" name="Google Shape;175;p16"/>
          <p:cNvPicPr preferRelativeResize="0"/>
          <p:nvPr/>
        </p:nvPicPr>
        <p:blipFill>
          <a:blip r:embed="rId11">
            <a:alphaModFix/>
          </a:blip>
          <a:stretch>
            <a:fillRect/>
          </a:stretch>
        </p:blipFill>
        <p:spPr>
          <a:xfrm>
            <a:off x="-619653" y="3503661"/>
            <a:ext cx="2205757" cy="2511979"/>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TITLE_ONLY_1">
    <p:spTree>
      <p:nvGrpSpPr>
        <p:cNvPr id="176" name="Shape 176"/>
        <p:cNvGrpSpPr/>
        <p:nvPr/>
      </p:nvGrpSpPr>
      <p:grpSpPr>
        <a:xfrm>
          <a:off x="0" y="0"/>
          <a:ext cx="0" cy="0"/>
          <a:chOff x="0" y="0"/>
          <a:chExt cx="0" cy="0"/>
        </a:xfrm>
      </p:grpSpPr>
      <p:pic>
        <p:nvPicPr>
          <p:cNvPr id="177" name="Google Shape;177;p17"/>
          <p:cNvPicPr preferRelativeResize="0"/>
          <p:nvPr/>
        </p:nvPicPr>
        <p:blipFill>
          <a:blip r:embed="rId2">
            <a:alphaModFix/>
          </a:blip>
          <a:stretch>
            <a:fillRect/>
          </a:stretch>
        </p:blipFill>
        <p:spPr>
          <a:xfrm flipH="1">
            <a:off x="-1" y="0"/>
            <a:ext cx="9144003" cy="5143501"/>
          </a:xfrm>
          <a:prstGeom prst="rect">
            <a:avLst/>
          </a:prstGeom>
          <a:noFill/>
          <a:ln>
            <a:noFill/>
          </a:ln>
        </p:spPr>
      </p:pic>
      <p:sp>
        <p:nvSpPr>
          <p:cNvPr id="178" name="Google Shape;178;p17"/>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pic>
        <p:nvPicPr>
          <p:cNvPr id="179" name="Google Shape;179;p17"/>
          <p:cNvPicPr preferRelativeResize="0"/>
          <p:nvPr/>
        </p:nvPicPr>
        <p:blipFill>
          <a:blip r:embed="rId3">
            <a:alphaModFix/>
          </a:blip>
          <a:stretch>
            <a:fillRect/>
          </a:stretch>
        </p:blipFill>
        <p:spPr>
          <a:xfrm flipH="1" rot="-9313635">
            <a:off x="-649251" y="1518925"/>
            <a:ext cx="924283" cy="2326864"/>
          </a:xfrm>
          <a:prstGeom prst="rect">
            <a:avLst/>
          </a:prstGeom>
          <a:noFill/>
          <a:ln>
            <a:noFill/>
          </a:ln>
        </p:spPr>
      </p:pic>
      <p:pic>
        <p:nvPicPr>
          <p:cNvPr id="180" name="Google Shape;180;p17"/>
          <p:cNvPicPr preferRelativeResize="0"/>
          <p:nvPr/>
        </p:nvPicPr>
        <p:blipFill>
          <a:blip r:embed="rId4">
            <a:alphaModFix/>
          </a:blip>
          <a:stretch>
            <a:fillRect/>
          </a:stretch>
        </p:blipFill>
        <p:spPr>
          <a:xfrm flipH="1" rot="-910750">
            <a:off x="8183979" y="4647923"/>
            <a:ext cx="281748" cy="3263155"/>
          </a:xfrm>
          <a:prstGeom prst="rect">
            <a:avLst/>
          </a:prstGeom>
          <a:noFill/>
          <a:ln>
            <a:noFill/>
          </a:ln>
        </p:spPr>
      </p:pic>
      <p:pic>
        <p:nvPicPr>
          <p:cNvPr id="181" name="Google Shape;181;p17"/>
          <p:cNvPicPr preferRelativeResize="0"/>
          <p:nvPr/>
        </p:nvPicPr>
        <p:blipFill>
          <a:blip r:embed="rId5">
            <a:alphaModFix/>
          </a:blip>
          <a:stretch>
            <a:fillRect/>
          </a:stretch>
        </p:blipFill>
        <p:spPr>
          <a:xfrm flipH="1" rot="-567454">
            <a:off x="7039912" y="4662787"/>
            <a:ext cx="793450" cy="1247775"/>
          </a:xfrm>
          <a:prstGeom prst="rect">
            <a:avLst/>
          </a:prstGeom>
          <a:noFill/>
          <a:ln>
            <a:noFill/>
          </a:ln>
        </p:spPr>
      </p:pic>
      <p:pic>
        <p:nvPicPr>
          <p:cNvPr id="182" name="Google Shape;182;p17"/>
          <p:cNvPicPr preferRelativeResize="0"/>
          <p:nvPr/>
        </p:nvPicPr>
        <p:blipFill>
          <a:blip r:embed="rId6">
            <a:alphaModFix/>
          </a:blip>
          <a:stretch>
            <a:fillRect/>
          </a:stretch>
        </p:blipFill>
        <p:spPr>
          <a:xfrm flipH="1" rot="3470458">
            <a:off x="7936325" y="4202933"/>
            <a:ext cx="2927147" cy="1120450"/>
          </a:xfrm>
          <a:prstGeom prst="rect">
            <a:avLst/>
          </a:prstGeom>
          <a:noFill/>
          <a:ln>
            <a:noFill/>
          </a:ln>
        </p:spPr>
      </p:pic>
      <p:pic>
        <p:nvPicPr>
          <p:cNvPr id="183" name="Google Shape;183;p17"/>
          <p:cNvPicPr preferRelativeResize="0"/>
          <p:nvPr/>
        </p:nvPicPr>
        <p:blipFill>
          <a:blip r:embed="rId7">
            <a:alphaModFix/>
          </a:blip>
          <a:stretch>
            <a:fillRect/>
          </a:stretch>
        </p:blipFill>
        <p:spPr>
          <a:xfrm>
            <a:off x="8109402" y="4303569"/>
            <a:ext cx="1248100" cy="1421138"/>
          </a:xfrm>
          <a:prstGeom prst="rect">
            <a:avLst/>
          </a:prstGeom>
          <a:noFill/>
          <a:ln>
            <a:noFill/>
          </a:ln>
        </p:spPr>
      </p:pic>
      <p:pic>
        <p:nvPicPr>
          <p:cNvPr id="184" name="Google Shape;184;p17"/>
          <p:cNvPicPr preferRelativeResize="0"/>
          <p:nvPr/>
        </p:nvPicPr>
        <p:blipFill>
          <a:blip r:embed="rId8">
            <a:alphaModFix/>
          </a:blip>
          <a:stretch>
            <a:fillRect/>
          </a:stretch>
        </p:blipFill>
        <p:spPr>
          <a:xfrm rot="-644089">
            <a:off x="-609491" y="3004670"/>
            <a:ext cx="1538432" cy="1751983"/>
          </a:xfrm>
          <a:prstGeom prst="rect">
            <a:avLst/>
          </a:prstGeom>
          <a:noFill/>
          <a:ln>
            <a:noFill/>
          </a:ln>
        </p:spPr>
      </p:pic>
      <p:pic>
        <p:nvPicPr>
          <p:cNvPr id="185" name="Google Shape;185;p17"/>
          <p:cNvPicPr preferRelativeResize="0"/>
          <p:nvPr/>
        </p:nvPicPr>
        <p:blipFill>
          <a:blip r:embed="rId9">
            <a:alphaModFix/>
          </a:blip>
          <a:stretch>
            <a:fillRect/>
          </a:stretch>
        </p:blipFill>
        <p:spPr>
          <a:xfrm rot="1707979">
            <a:off x="5728" y="3797326"/>
            <a:ext cx="152305" cy="1931635"/>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TITLE_ONLY_1_1">
    <p:spTree>
      <p:nvGrpSpPr>
        <p:cNvPr id="186" name="Shape 186"/>
        <p:cNvGrpSpPr/>
        <p:nvPr/>
      </p:nvGrpSpPr>
      <p:grpSpPr>
        <a:xfrm>
          <a:off x="0" y="0"/>
          <a:ext cx="0" cy="0"/>
          <a:chOff x="0" y="0"/>
          <a:chExt cx="0" cy="0"/>
        </a:xfrm>
      </p:grpSpPr>
      <p:pic>
        <p:nvPicPr>
          <p:cNvPr id="187" name="Google Shape;187;p18"/>
          <p:cNvPicPr preferRelativeResize="0"/>
          <p:nvPr/>
        </p:nvPicPr>
        <p:blipFill>
          <a:blip r:embed="rId2">
            <a:alphaModFix/>
          </a:blip>
          <a:stretch>
            <a:fillRect/>
          </a:stretch>
        </p:blipFill>
        <p:spPr>
          <a:xfrm>
            <a:off x="0" y="-41650"/>
            <a:ext cx="9144003" cy="5143501"/>
          </a:xfrm>
          <a:prstGeom prst="rect">
            <a:avLst/>
          </a:prstGeom>
          <a:noFill/>
          <a:ln>
            <a:noFill/>
          </a:ln>
        </p:spPr>
      </p:pic>
      <p:sp>
        <p:nvSpPr>
          <p:cNvPr id="188" name="Google Shape;188;p18"/>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pic>
        <p:nvPicPr>
          <p:cNvPr id="189" name="Google Shape;189;p18"/>
          <p:cNvPicPr preferRelativeResize="0"/>
          <p:nvPr/>
        </p:nvPicPr>
        <p:blipFill>
          <a:blip r:embed="rId3">
            <a:alphaModFix/>
          </a:blip>
          <a:stretch>
            <a:fillRect/>
          </a:stretch>
        </p:blipFill>
        <p:spPr>
          <a:xfrm rot="-9226434">
            <a:off x="-509740" y="3018969"/>
            <a:ext cx="1004880" cy="2529762"/>
          </a:xfrm>
          <a:prstGeom prst="rect">
            <a:avLst/>
          </a:prstGeom>
          <a:noFill/>
          <a:ln>
            <a:noFill/>
          </a:ln>
        </p:spPr>
      </p:pic>
      <p:pic>
        <p:nvPicPr>
          <p:cNvPr id="190" name="Google Shape;190;p18"/>
          <p:cNvPicPr preferRelativeResize="0"/>
          <p:nvPr/>
        </p:nvPicPr>
        <p:blipFill>
          <a:blip r:embed="rId4">
            <a:alphaModFix/>
          </a:blip>
          <a:stretch>
            <a:fillRect/>
          </a:stretch>
        </p:blipFill>
        <p:spPr>
          <a:xfrm rot="1168002">
            <a:off x="339812" y="4564425"/>
            <a:ext cx="133277" cy="2319000"/>
          </a:xfrm>
          <a:prstGeom prst="rect">
            <a:avLst/>
          </a:prstGeom>
          <a:noFill/>
          <a:ln>
            <a:noFill/>
          </a:ln>
        </p:spPr>
      </p:pic>
      <p:pic>
        <p:nvPicPr>
          <p:cNvPr id="191" name="Google Shape;191;p18"/>
          <p:cNvPicPr preferRelativeResize="0"/>
          <p:nvPr/>
        </p:nvPicPr>
        <p:blipFill>
          <a:blip r:embed="rId5">
            <a:alphaModFix/>
          </a:blip>
          <a:stretch>
            <a:fillRect/>
          </a:stretch>
        </p:blipFill>
        <p:spPr>
          <a:xfrm rot="-885124">
            <a:off x="8528101" y="3552938"/>
            <a:ext cx="857100" cy="3382148"/>
          </a:xfrm>
          <a:prstGeom prst="rect">
            <a:avLst/>
          </a:prstGeom>
          <a:noFill/>
          <a:ln>
            <a:noFill/>
          </a:ln>
        </p:spPr>
      </p:pic>
      <p:pic>
        <p:nvPicPr>
          <p:cNvPr id="192" name="Google Shape;192;p18"/>
          <p:cNvPicPr preferRelativeResize="0"/>
          <p:nvPr/>
        </p:nvPicPr>
        <p:blipFill>
          <a:blip r:embed="rId6">
            <a:alphaModFix/>
          </a:blip>
          <a:stretch>
            <a:fillRect/>
          </a:stretch>
        </p:blipFill>
        <p:spPr>
          <a:xfrm rot="10800000">
            <a:off x="6139350" y="4652045"/>
            <a:ext cx="1510750" cy="1183929"/>
          </a:xfrm>
          <a:prstGeom prst="rect">
            <a:avLst/>
          </a:prstGeom>
          <a:noFill/>
          <a:ln>
            <a:noFill/>
          </a:ln>
        </p:spPr>
      </p:pic>
      <p:pic>
        <p:nvPicPr>
          <p:cNvPr id="193" name="Google Shape;193;p18"/>
          <p:cNvPicPr preferRelativeResize="0"/>
          <p:nvPr/>
        </p:nvPicPr>
        <p:blipFill>
          <a:blip r:embed="rId7">
            <a:alphaModFix/>
          </a:blip>
          <a:stretch>
            <a:fillRect/>
          </a:stretch>
        </p:blipFill>
        <p:spPr>
          <a:xfrm>
            <a:off x="720000" y="4398137"/>
            <a:ext cx="1829150" cy="2082750"/>
          </a:xfrm>
          <a:prstGeom prst="rect">
            <a:avLst/>
          </a:prstGeom>
          <a:noFill/>
          <a:ln>
            <a:noFill/>
          </a:ln>
        </p:spPr>
      </p:pic>
      <p:pic>
        <p:nvPicPr>
          <p:cNvPr id="194" name="Google Shape;194;p18"/>
          <p:cNvPicPr preferRelativeResize="0"/>
          <p:nvPr/>
        </p:nvPicPr>
        <p:blipFill>
          <a:blip r:embed="rId8">
            <a:alphaModFix/>
          </a:blip>
          <a:stretch>
            <a:fillRect/>
          </a:stretch>
        </p:blipFill>
        <p:spPr>
          <a:xfrm rot="1336644">
            <a:off x="108025" y="3995300"/>
            <a:ext cx="228850" cy="2319001"/>
          </a:xfrm>
          <a:prstGeom prst="rect">
            <a:avLst/>
          </a:prstGeom>
          <a:noFill/>
          <a:ln>
            <a:noFill/>
          </a:ln>
        </p:spPr>
      </p:pic>
      <p:pic>
        <p:nvPicPr>
          <p:cNvPr id="195" name="Google Shape;195;p18"/>
          <p:cNvPicPr preferRelativeResize="0"/>
          <p:nvPr/>
        </p:nvPicPr>
        <p:blipFill>
          <a:blip r:embed="rId9">
            <a:alphaModFix/>
          </a:blip>
          <a:stretch>
            <a:fillRect/>
          </a:stretch>
        </p:blipFill>
        <p:spPr>
          <a:xfrm rot="-1137352">
            <a:off x="7988195" y="4358150"/>
            <a:ext cx="800860" cy="2319001"/>
          </a:xfrm>
          <a:prstGeom prst="rect">
            <a:avLst/>
          </a:prstGeom>
          <a:noFill/>
          <a:ln>
            <a:noFill/>
          </a:ln>
        </p:spPr>
      </p:pic>
      <p:pic>
        <p:nvPicPr>
          <p:cNvPr id="196" name="Google Shape;196;p18"/>
          <p:cNvPicPr preferRelativeResize="0"/>
          <p:nvPr/>
        </p:nvPicPr>
        <p:blipFill>
          <a:blip r:embed="rId5">
            <a:alphaModFix/>
          </a:blip>
          <a:stretch>
            <a:fillRect/>
          </a:stretch>
        </p:blipFill>
        <p:spPr>
          <a:xfrm rot="4489215">
            <a:off x="-1452825" y="1354899"/>
            <a:ext cx="857100" cy="3382149"/>
          </a:xfrm>
          <a:prstGeom prst="rect">
            <a:avLst/>
          </a:prstGeom>
          <a:noFill/>
          <a:ln>
            <a:noFill/>
          </a:ln>
        </p:spPr>
      </p:pic>
      <p:pic>
        <p:nvPicPr>
          <p:cNvPr id="197" name="Google Shape;197;p18"/>
          <p:cNvPicPr preferRelativeResize="0"/>
          <p:nvPr/>
        </p:nvPicPr>
        <p:blipFill>
          <a:blip r:embed="rId3">
            <a:alphaModFix/>
          </a:blip>
          <a:stretch>
            <a:fillRect/>
          </a:stretch>
        </p:blipFill>
        <p:spPr>
          <a:xfrm rot="9540022">
            <a:off x="8735685" y="2192607"/>
            <a:ext cx="1004880" cy="2529762"/>
          </a:xfrm>
          <a:prstGeom prst="rect">
            <a:avLst/>
          </a:prstGeom>
          <a:noFill/>
          <a:ln>
            <a:noFill/>
          </a:ln>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CUSTOM">
    <p:spTree>
      <p:nvGrpSpPr>
        <p:cNvPr id="198" name="Shape 198"/>
        <p:cNvGrpSpPr/>
        <p:nvPr/>
      </p:nvGrpSpPr>
      <p:grpSpPr>
        <a:xfrm>
          <a:off x="0" y="0"/>
          <a:ext cx="0" cy="0"/>
          <a:chOff x="0" y="0"/>
          <a:chExt cx="0" cy="0"/>
        </a:xfrm>
      </p:grpSpPr>
      <p:pic>
        <p:nvPicPr>
          <p:cNvPr id="199" name="Google Shape;199;p19"/>
          <p:cNvPicPr preferRelativeResize="0"/>
          <p:nvPr/>
        </p:nvPicPr>
        <p:blipFill>
          <a:blip r:embed="rId2">
            <a:alphaModFix/>
          </a:blip>
          <a:stretch>
            <a:fillRect/>
          </a:stretch>
        </p:blipFill>
        <p:spPr>
          <a:xfrm>
            <a:off x="0" y="0"/>
            <a:ext cx="9144028" cy="5143501"/>
          </a:xfrm>
          <a:prstGeom prst="rect">
            <a:avLst/>
          </a:prstGeom>
          <a:noFill/>
          <a:ln>
            <a:noFill/>
          </a:ln>
        </p:spPr>
      </p:pic>
      <p:sp>
        <p:nvSpPr>
          <p:cNvPr id="200" name="Google Shape;200;p19"/>
          <p:cNvSpPr txBox="1"/>
          <p:nvPr>
            <p:ph idx="1" type="subTitle"/>
          </p:nvPr>
        </p:nvSpPr>
        <p:spPr>
          <a:xfrm>
            <a:off x="720000" y="1212525"/>
            <a:ext cx="7704000" cy="33960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Char char="⟡"/>
              <a:defRPr/>
            </a:lvl1pPr>
            <a:lvl2pPr lvl="1" rtl="0" algn="ctr">
              <a:lnSpc>
                <a:spcPct val="100000"/>
              </a:lnSpc>
              <a:spcBef>
                <a:spcPts val="0"/>
              </a:spcBef>
              <a:spcAft>
                <a:spcPts val="0"/>
              </a:spcAft>
              <a:buSzPts val="1400"/>
              <a:buChar char="○"/>
              <a:defRPr/>
            </a:lvl2pPr>
            <a:lvl3pPr lvl="2" rtl="0" algn="ctr">
              <a:lnSpc>
                <a:spcPct val="100000"/>
              </a:lnSpc>
              <a:spcBef>
                <a:spcPts val="0"/>
              </a:spcBef>
              <a:spcAft>
                <a:spcPts val="0"/>
              </a:spcAft>
              <a:buSzPts val="1400"/>
              <a:buChar char="■"/>
              <a:defRPr/>
            </a:lvl3pPr>
            <a:lvl4pPr lvl="3" rtl="0" algn="ctr">
              <a:lnSpc>
                <a:spcPct val="100000"/>
              </a:lnSpc>
              <a:spcBef>
                <a:spcPts val="0"/>
              </a:spcBef>
              <a:spcAft>
                <a:spcPts val="0"/>
              </a:spcAft>
              <a:buSzPts val="1400"/>
              <a:buChar char="●"/>
              <a:defRPr/>
            </a:lvl4pPr>
            <a:lvl5pPr lvl="4" rtl="0" algn="ctr">
              <a:lnSpc>
                <a:spcPct val="100000"/>
              </a:lnSpc>
              <a:spcBef>
                <a:spcPts val="0"/>
              </a:spcBef>
              <a:spcAft>
                <a:spcPts val="0"/>
              </a:spcAft>
              <a:buSzPts val="1400"/>
              <a:buChar char="○"/>
              <a:defRPr/>
            </a:lvl5pPr>
            <a:lvl6pPr lvl="5" rtl="0" algn="ctr">
              <a:lnSpc>
                <a:spcPct val="100000"/>
              </a:lnSpc>
              <a:spcBef>
                <a:spcPts val="0"/>
              </a:spcBef>
              <a:spcAft>
                <a:spcPts val="0"/>
              </a:spcAft>
              <a:buSzPts val="1400"/>
              <a:buChar char="■"/>
              <a:defRPr/>
            </a:lvl6pPr>
            <a:lvl7pPr lvl="6" rtl="0" algn="ctr">
              <a:lnSpc>
                <a:spcPct val="100000"/>
              </a:lnSpc>
              <a:spcBef>
                <a:spcPts val="0"/>
              </a:spcBef>
              <a:spcAft>
                <a:spcPts val="0"/>
              </a:spcAft>
              <a:buSzPts val="1400"/>
              <a:buChar char="●"/>
              <a:defRPr/>
            </a:lvl7pPr>
            <a:lvl8pPr lvl="7" rtl="0" algn="ctr">
              <a:lnSpc>
                <a:spcPct val="100000"/>
              </a:lnSpc>
              <a:spcBef>
                <a:spcPts val="0"/>
              </a:spcBef>
              <a:spcAft>
                <a:spcPts val="0"/>
              </a:spcAft>
              <a:buSzPts val="1400"/>
              <a:buChar char="○"/>
              <a:defRPr/>
            </a:lvl8pPr>
            <a:lvl9pPr lvl="8" rtl="0" algn="ctr">
              <a:lnSpc>
                <a:spcPct val="100000"/>
              </a:lnSpc>
              <a:spcBef>
                <a:spcPts val="0"/>
              </a:spcBef>
              <a:spcAft>
                <a:spcPts val="0"/>
              </a:spcAft>
              <a:buSzPts val="1400"/>
              <a:buChar char="■"/>
              <a:defRPr/>
            </a:lvl9pPr>
          </a:lstStyle>
          <a:p/>
        </p:txBody>
      </p:sp>
      <p:sp>
        <p:nvSpPr>
          <p:cNvPr id="201" name="Google Shape;201;p19"/>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pic>
        <p:nvPicPr>
          <p:cNvPr id="202" name="Google Shape;202;p19"/>
          <p:cNvPicPr preferRelativeResize="0"/>
          <p:nvPr/>
        </p:nvPicPr>
        <p:blipFill>
          <a:blip r:embed="rId3">
            <a:alphaModFix/>
          </a:blip>
          <a:stretch>
            <a:fillRect/>
          </a:stretch>
        </p:blipFill>
        <p:spPr>
          <a:xfrm>
            <a:off x="2666822" y="4373838"/>
            <a:ext cx="149150" cy="2595250"/>
          </a:xfrm>
          <a:prstGeom prst="rect">
            <a:avLst/>
          </a:prstGeom>
          <a:noFill/>
          <a:ln>
            <a:noFill/>
          </a:ln>
        </p:spPr>
      </p:pic>
      <p:pic>
        <p:nvPicPr>
          <p:cNvPr id="203" name="Google Shape;203;p19"/>
          <p:cNvPicPr preferRelativeResize="0"/>
          <p:nvPr/>
        </p:nvPicPr>
        <p:blipFill>
          <a:blip r:embed="rId4">
            <a:alphaModFix/>
          </a:blip>
          <a:stretch>
            <a:fillRect/>
          </a:stretch>
        </p:blipFill>
        <p:spPr>
          <a:xfrm>
            <a:off x="2242378" y="4339501"/>
            <a:ext cx="308400" cy="3572000"/>
          </a:xfrm>
          <a:prstGeom prst="rect">
            <a:avLst/>
          </a:prstGeom>
          <a:noFill/>
          <a:ln>
            <a:noFill/>
          </a:ln>
        </p:spPr>
      </p:pic>
      <p:pic>
        <p:nvPicPr>
          <p:cNvPr id="204" name="Google Shape;204;p19"/>
          <p:cNvPicPr preferRelativeResize="0"/>
          <p:nvPr/>
        </p:nvPicPr>
        <p:blipFill>
          <a:blip r:embed="rId5">
            <a:alphaModFix/>
          </a:blip>
          <a:stretch>
            <a:fillRect/>
          </a:stretch>
        </p:blipFill>
        <p:spPr>
          <a:xfrm>
            <a:off x="677115" y="4384051"/>
            <a:ext cx="712975" cy="2663942"/>
          </a:xfrm>
          <a:prstGeom prst="rect">
            <a:avLst/>
          </a:prstGeom>
          <a:noFill/>
          <a:ln>
            <a:noFill/>
          </a:ln>
        </p:spPr>
      </p:pic>
      <p:pic>
        <p:nvPicPr>
          <p:cNvPr id="205" name="Google Shape;205;p19"/>
          <p:cNvPicPr preferRelativeResize="0"/>
          <p:nvPr/>
        </p:nvPicPr>
        <p:blipFill>
          <a:blip r:embed="rId6">
            <a:alphaModFix/>
          </a:blip>
          <a:stretch>
            <a:fillRect/>
          </a:stretch>
        </p:blipFill>
        <p:spPr>
          <a:xfrm rot="-2">
            <a:off x="2932021" y="4164653"/>
            <a:ext cx="1066756" cy="3355847"/>
          </a:xfrm>
          <a:prstGeom prst="rect">
            <a:avLst/>
          </a:prstGeom>
          <a:noFill/>
          <a:ln>
            <a:noFill/>
          </a:ln>
        </p:spPr>
      </p:pic>
      <p:pic>
        <p:nvPicPr>
          <p:cNvPr id="206" name="Google Shape;206;p19"/>
          <p:cNvPicPr preferRelativeResize="0"/>
          <p:nvPr/>
        </p:nvPicPr>
        <p:blipFill>
          <a:blip r:embed="rId7">
            <a:alphaModFix/>
          </a:blip>
          <a:stretch>
            <a:fillRect/>
          </a:stretch>
        </p:blipFill>
        <p:spPr>
          <a:xfrm rot="453275">
            <a:off x="4677200" y="4210289"/>
            <a:ext cx="740577" cy="2922349"/>
          </a:xfrm>
          <a:prstGeom prst="rect">
            <a:avLst/>
          </a:prstGeom>
          <a:noFill/>
          <a:ln>
            <a:noFill/>
          </a:ln>
        </p:spPr>
      </p:pic>
      <p:pic>
        <p:nvPicPr>
          <p:cNvPr id="207" name="Google Shape;207;p19"/>
          <p:cNvPicPr preferRelativeResize="0"/>
          <p:nvPr/>
        </p:nvPicPr>
        <p:blipFill>
          <a:blip r:embed="rId8">
            <a:alphaModFix/>
          </a:blip>
          <a:stretch>
            <a:fillRect/>
          </a:stretch>
        </p:blipFill>
        <p:spPr>
          <a:xfrm rot="-165385">
            <a:off x="4571853" y="4216526"/>
            <a:ext cx="152305" cy="1931635"/>
          </a:xfrm>
          <a:prstGeom prst="rect">
            <a:avLst/>
          </a:prstGeom>
          <a:noFill/>
          <a:ln>
            <a:noFill/>
          </a:ln>
        </p:spPr>
      </p:pic>
      <p:pic>
        <p:nvPicPr>
          <p:cNvPr id="208" name="Google Shape;208;p19"/>
          <p:cNvPicPr preferRelativeResize="0"/>
          <p:nvPr/>
        </p:nvPicPr>
        <p:blipFill>
          <a:blip r:embed="rId9">
            <a:alphaModFix/>
          </a:blip>
          <a:stretch>
            <a:fillRect/>
          </a:stretch>
        </p:blipFill>
        <p:spPr>
          <a:xfrm>
            <a:off x="-1434001" y="4080076"/>
            <a:ext cx="2149100" cy="2204550"/>
          </a:xfrm>
          <a:prstGeom prst="rect">
            <a:avLst/>
          </a:prstGeom>
          <a:noFill/>
          <a:ln>
            <a:noFill/>
          </a:ln>
        </p:spPr>
      </p:pic>
      <p:pic>
        <p:nvPicPr>
          <p:cNvPr id="209" name="Google Shape;209;p19"/>
          <p:cNvPicPr preferRelativeResize="0"/>
          <p:nvPr/>
        </p:nvPicPr>
        <p:blipFill>
          <a:blip r:embed="rId10">
            <a:alphaModFix/>
          </a:blip>
          <a:stretch>
            <a:fillRect/>
          </a:stretch>
        </p:blipFill>
        <p:spPr>
          <a:xfrm rot="-1677880">
            <a:off x="3206913" y="4449012"/>
            <a:ext cx="1692913" cy="1927926"/>
          </a:xfrm>
          <a:prstGeom prst="rect">
            <a:avLst/>
          </a:prstGeom>
          <a:noFill/>
          <a:ln>
            <a:noFill/>
          </a:ln>
        </p:spPr>
      </p:pic>
      <p:pic>
        <p:nvPicPr>
          <p:cNvPr id="210" name="Google Shape;210;p19"/>
          <p:cNvPicPr preferRelativeResize="0"/>
          <p:nvPr/>
        </p:nvPicPr>
        <p:blipFill>
          <a:blip r:embed="rId11">
            <a:alphaModFix/>
          </a:blip>
          <a:stretch>
            <a:fillRect/>
          </a:stretch>
        </p:blipFill>
        <p:spPr>
          <a:xfrm rot="-2700000">
            <a:off x="5074800" y="4463038"/>
            <a:ext cx="1522499" cy="1899886"/>
          </a:xfrm>
          <a:prstGeom prst="rect">
            <a:avLst/>
          </a:prstGeom>
          <a:noFill/>
          <a:ln>
            <a:noFill/>
          </a:ln>
        </p:spPr>
      </p:pic>
      <p:pic>
        <p:nvPicPr>
          <p:cNvPr id="211" name="Google Shape;211;p19"/>
          <p:cNvPicPr preferRelativeResize="0"/>
          <p:nvPr/>
        </p:nvPicPr>
        <p:blipFill>
          <a:blip r:embed="rId12">
            <a:alphaModFix/>
          </a:blip>
          <a:stretch>
            <a:fillRect/>
          </a:stretch>
        </p:blipFill>
        <p:spPr>
          <a:xfrm rot="3003378">
            <a:off x="1007110" y="4132403"/>
            <a:ext cx="1392680" cy="1598992"/>
          </a:xfrm>
          <a:prstGeom prst="rect">
            <a:avLst/>
          </a:prstGeom>
          <a:noFill/>
          <a:ln>
            <a:noFill/>
          </a:ln>
        </p:spPr>
      </p:pic>
      <p:pic>
        <p:nvPicPr>
          <p:cNvPr id="212" name="Google Shape;212;p19"/>
          <p:cNvPicPr preferRelativeResize="0"/>
          <p:nvPr/>
        </p:nvPicPr>
        <p:blipFill>
          <a:blip r:embed="rId4">
            <a:alphaModFix/>
          </a:blip>
          <a:stretch>
            <a:fillRect/>
          </a:stretch>
        </p:blipFill>
        <p:spPr>
          <a:xfrm rot="-344822">
            <a:off x="6209428" y="4287276"/>
            <a:ext cx="308400" cy="3572000"/>
          </a:xfrm>
          <a:prstGeom prst="rect">
            <a:avLst/>
          </a:prstGeom>
          <a:noFill/>
          <a:ln>
            <a:noFill/>
          </a:ln>
        </p:spPr>
      </p:pic>
      <p:pic>
        <p:nvPicPr>
          <p:cNvPr id="213" name="Google Shape;213;p19"/>
          <p:cNvPicPr preferRelativeResize="0"/>
          <p:nvPr/>
        </p:nvPicPr>
        <p:blipFill>
          <a:blip r:embed="rId9">
            <a:alphaModFix/>
          </a:blip>
          <a:stretch>
            <a:fillRect/>
          </a:stretch>
        </p:blipFill>
        <p:spPr>
          <a:xfrm>
            <a:off x="8173749" y="4080076"/>
            <a:ext cx="2149100" cy="2204550"/>
          </a:xfrm>
          <a:prstGeom prst="rect">
            <a:avLst/>
          </a:prstGeom>
          <a:noFill/>
          <a:ln>
            <a:noFill/>
          </a:ln>
        </p:spPr>
      </p:pic>
      <p:pic>
        <p:nvPicPr>
          <p:cNvPr id="214" name="Google Shape;214;p19"/>
          <p:cNvPicPr preferRelativeResize="0"/>
          <p:nvPr/>
        </p:nvPicPr>
        <p:blipFill>
          <a:blip r:embed="rId12">
            <a:alphaModFix/>
          </a:blip>
          <a:stretch>
            <a:fillRect/>
          </a:stretch>
        </p:blipFill>
        <p:spPr>
          <a:xfrm rot="3003378">
            <a:off x="7080335" y="4450653"/>
            <a:ext cx="1392680" cy="1598992"/>
          </a:xfrm>
          <a:prstGeom prst="rect">
            <a:avLst/>
          </a:prstGeom>
          <a:noFill/>
          <a:ln>
            <a:noFill/>
          </a:ln>
        </p:spPr>
      </p:pic>
      <p:pic>
        <p:nvPicPr>
          <p:cNvPr id="215" name="Google Shape;215;p19"/>
          <p:cNvPicPr preferRelativeResize="0"/>
          <p:nvPr/>
        </p:nvPicPr>
        <p:blipFill>
          <a:blip r:embed="rId5">
            <a:alphaModFix/>
          </a:blip>
          <a:stretch>
            <a:fillRect/>
          </a:stretch>
        </p:blipFill>
        <p:spPr>
          <a:xfrm>
            <a:off x="6789840" y="4384051"/>
            <a:ext cx="712975" cy="2663942"/>
          </a:xfrm>
          <a:prstGeom prst="rect">
            <a:avLst/>
          </a:prstGeom>
          <a:noFill/>
          <a:ln>
            <a:noFill/>
          </a:ln>
        </p:spPr>
      </p:pic>
      <p:pic>
        <p:nvPicPr>
          <p:cNvPr id="216" name="Google Shape;216;p19"/>
          <p:cNvPicPr preferRelativeResize="0"/>
          <p:nvPr/>
        </p:nvPicPr>
        <p:blipFill>
          <a:blip r:embed="rId4">
            <a:alphaModFix/>
          </a:blip>
          <a:stretch>
            <a:fillRect/>
          </a:stretch>
        </p:blipFill>
        <p:spPr>
          <a:xfrm>
            <a:off x="6406790" y="4339501"/>
            <a:ext cx="308400" cy="3572000"/>
          </a:xfrm>
          <a:prstGeom prst="rect">
            <a:avLst/>
          </a:prstGeom>
          <a:noFill/>
          <a:ln>
            <a:noFill/>
          </a:ln>
        </p:spPr>
      </p:pic>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ONE_COLUMN_TEXT_1">
    <p:spTree>
      <p:nvGrpSpPr>
        <p:cNvPr id="217" name="Shape 217"/>
        <p:cNvGrpSpPr/>
        <p:nvPr/>
      </p:nvGrpSpPr>
      <p:grpSpPr>
        <a:xfrm>
          <a:off x="0" y="0"/>
          <a:ext cx="0" cy="0"/>
          <a:chOff x="0" y="0"/>
          <a:chExt cx="0" cy="0"/>
        </a:xfrm>
      </p:grpSpPr>
      <p:pic>
        <p:nvPicPr>
          <p:cNvPr id="218" name="Google Shape;218;p20"/>
          <p:cNvPicPr preferRelativeResize="0"/>
          <p:nvPr/>
        </p:nvPicPr>
        <p:blipFill>
          <a:blip r:embed="rId2">
            <a:alphaModFix/>
          </a:blip>
          <a:stretch>
            <a:fillRect/>
          </a:stretch>
        </p:blipFill>
        <p:spPr>
          <a:xfrm>
            <a:off x="0" y="0"/>
            <a:ext cx="9144003" cy="5143501"/>
          </a:xfrm>
          <a:prstGeom prst="rect">
            <a:avLst/>
          </a:prstGeom>
          <a:noFill/>
          <a:ln>
            <a:noFill/>
          </a:ln>
        </p:spPr>
      </p:pic>
      <p:sp>
        <p:nvSpPr>
          <p:cNvPr id="219" name="Google Shape;219;p20"/>
          <p:cNvSpPr txBox="1"/>
          <p:nvPr>
            <p:ph type="title"/>
          </p:nvPr>
        </p:nvSpPr>
        <p:spPr>
          <a:xfrm>
            <a:off x="1113800" y="876600"/>
            <a:ext cx="3813900" cy="2458200"/>
          </a:xfrm>
          <a:prstGeom prst="rect">
            <a:avLst/>
          </a:prstGeom>
        </p:spPr>
        <p:txBody>
          <a:bodyPr anchorCtr="0" anchor="b" bIns="91425" lIns="91425" spcFirstLastPara="1" rIns="91425" wrap="square" tIns="91425">
            <a:noAutofit/>
          </a:bodyPr>
          <a:lstStyle>
            <a:lvl1pPr lvl="0" rtl="0" algn="l">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220" name="Google Shape;220;p20"/>
          <p:cNvSpPr txBox="1"/>
          <p:nvPr>
            <p:ph idx="1" type="body"/>
          </p:nvPr>
        </p:nvSpPr>
        <p:spPr>
          <a:xfrm>
            <a:off x="1113800" y="3334800"/>
            <a:ext cx="3813900" cy="932100"/>
          </a:xfrm>
          <a:prstGeom prst="rect">
            <a:avLst/>
          </a:prstGeom>
        </p:spPr>
        <p:txBody>
          <a:bodyPr anchorCtr="0" anchor="t" bIns="91425" lIns="91425" spcFirstLastPara="1" rIns="91425" wrap="square" tIns="91425">
            <a:noAutofit/>
          </a:bodyPr>
          <a:lstStyle>
            <a:lvl1pPr indent="-317500" lvl="0" marL="457200" rtl="0">
              <a:lnSpc>
                <a:spcPct val="115000"/>
              </a:lnSpc>
              <a:spcBef>
                <a:spcPts val="0"/>
              </a:spcBef>
              <a:spcAft>
                <a:spcPts val="0"/>
              </a:spcAft>
              <a:buSzPts val="1400"/>
              <a:buChar char="●"/>
              <a:defRPr sz="1400"/>
            </a:lvl1pPr>
            <a:lvl2pPr indent="-317500" lvl="1" marL="914400" rtl="0">
              <a:lnSpc>
                <a:spcPct val="115000"/>
              </a:lnSpc>
              <a:spcBef>
                <a:spcPts val="0"/>
              </a:spcBef>
              <a:spcAft>
                <a:spcPts val="0"/>
              </a:spcAft>
              <a:buSzPts val="1400"/>
              <a:buChar char="○"/>
              <a:defRPr/>
            </a:lvl2pPr>
            <a:lvl3pPr indent="-317500" lvl="2" marL="1371600" rtl="0">
              <a:lnSpc>
                <a:spcPct val="115000"/>
              </a:lnSpc>
              <a:spcBef>
                <a:spcPts val="0"/>
              </a:spcBef>
              <a:spcAft>
                <a:spcPts val="0"/>
              </a:spcAft>
              <a:buSzPts val="1400"/>
              <a:buChar char="■"/>
              <a:defRPr/>
            </a:lvl3pPr>
            <a:lvl4pPr indent="-317500" lvl="3" marL="1828800" rtl="0">
              <a:lnSpc>
                <a:spcPct val="115000"/>
              </a:lnSpc>
              <a:spcBef>
                <a:spcPts val="0"/>
              </a:spcBef>
              <a:spcAft>
                <a:spcPts val="0"/>
              </a:spcAft>
              <a:buSzPts val="1400"/>
              <a:buChar char="●"/>
              <a:defRPr/>
            </a:lvl4pPr>
            <a:lvl5pPr indent="-317500" lvl="4" marL="2286000" rtl="0">
              <a:lnSpc>
                <a:spcPct val="115000"/>
              </a:lnSpc>
              <a:spcBef>
                <a:spcPts val="0"/>
              </a:spcBef>
              <a:spcAft>
                <a:spcPts val="0"/>
              </a:spcAft>
              <a:buSzPts val="1400"/>
              <a:buChar char="○"/>
              <a:defRPr/>
            </a:lvl5pPr>
            <a:lvl6pPr indent="-317500" lvl="5" marL="2743200" rtl="0">
              <a:lnSpc>
                <a:spcPct val="115000"/>
              </a:lnSpc>
              <a:spcBef>
                <a:spcPts val="0"/>
              </a:spcBef>
              <a:spcAft>
                <a:spcPts val="0"/>
              </a:spcAft>
              <a:buSzPts val="1400"/>
              <a:buChar char="■"/>
              <a:defRPr/>
            </a:lvl6pPr>
            <a:lvl7pPr indent="-317500" lvl="6" marL="3200400" rtl="0">
              <a:lnSpc>
                <a:spcPct val="115000"/>
              </a:lnSpc>
              <a:spcBef>
                <a:spcPts val="0"/>
              </a:spcBef>
              <a:spcAft>
                <a:spcPts val="0"/>
              </a:spcAft>
              <a:buSzPts val="1400"/>
              <a:buChar char="●"/>
              <a:defRPr/>
            </a:lvl7pPr>
            <a:lvl8pPr indent="-317500" lvl="7" marL="3657600" rtl="0">
              <a:lnSpc>
                <a:spcPct val="115000"/>
              </a:lnSpc>
              <a:spcBef>
                <a:spcPts val="0"/>
              </a:spcBef>
              <a:spcAft>
                <a:spcPts val="0"/>
              </a:spcAft>
              <a:buSzPts val="1400"/>
              <a:buChar char="○"/>
              <a:defRPr/>
            </a:lvl8pPr>
            <a:lvl9pPr indent="-317500" lvl="8" marL="4114800" rtl="0">
              <a:lnSpc>
                <a:spcPct val="115000"/>
              </a:lnSpc>
              <a:spcBef>
                <a:spcPts val="0"/>
              </a:spcBef>
              <a:spcAft>
                <a:spcPts val="0"/>
              </a:spcAft>
              <a:buSzPts val="1400"/>
              <a:buChar char="■"/>
              <a:defRPr/>
            </a:lvl9pPr>
          </a:lstStyle>
          <a:p/>
        </p:txBody>
      </p:sp>
      <p:pic>
        <p:nvPicPr>
          <p:cNvPr id="221" name="Google Shape;221;p20"/>
          <p:cNvPicPr preferRelativeResize="0"/>
          <p:nvPr/>
        </p:nvPicPr>
        <p:blipFill>
          <a:blip r:embed="rId3">
            <a:alphaModFix/>
          </a:blip>
          <a:stretch>
            <a:fillRect/>
          </a:stretch>
        </p:blipFill>
        <p:spPr>
          <a:xfrm rot="-5400000">
            <a:off x="-670951" y="626951"/>
            <a:ext cx="1197500" cy="1363500"/>
          </a:xfrm>
          <a:prstGeom prst="rect">
            <a:avLst/>
          </a:prstGeom>
          <a:noFill/>
          <a:ln>
            <a:noFill/>
          </a:ln>
        </p:spPr>
      </p:pic>
      <p:pic>
        <p:nvPicPr>
          <p:cNvPr id="222" name="Google Shape;222;p20"/>
          <p:cNvPicPr preferRelativeResize="0"/>
          <p:nvPr/>
        </p:nvPicPr>
        <p:blipFill>
          <a:blip r:embed="rId4">
            <a:alphaModFix/>
          </a:blip>
          <a:stretch>
            <a:fillRect/>
          </a:stretch>
        </p:blipFill>
        <p:spPr>
          <a:xfrm rot="5400000">
            <a:off x="-296357" y="1504893"/>
            <a:ext cx="597036" cy="1402135"/>
          </a:xfrm>
          <a:prstGeom prst="rect">
            <a:avLst/>
          </a:prstGeom>
          <a:noFill/>
          <a:ln>
            <a:noFill/>
          </a:ln>
        </p:spPr>
      </p:pic>
      <p:pic>
        <p:nvPicPr>
          <p:cNvPr id="223" name="Google Shape;223;p20"/>
          <p:cNvPicPr preferRelativeResize="0"/>
          <p:nvPr/>
        </p:nvPicPr>
        <p:blipFill>
          <a:blip r:embed="rId5">
            <a:alphaModFix/>
          </a:blip>
          <a:stretch>
            <a:fillRect/>
          </a:stretch>
        </p:blipFill>
        <p:spPr>
          <a:xfrm rot="3671907">
            <a:off x="-851064" y="3286897"/>
            <a:ext cx="773422" cy="2239580"/>
          </a:xfrm>
          <a:prstGeom prst="rect">
            <a:avLst/>
          </a:prstGeom>
          <a:noFill/>
          <a:ln>
            <a:noFill/>
          </a:ln>
        </p:spPr>
      </p:pic>
      <p:pic>
        <p:nvPicPr>
          <p:cNvPr id="224" name="Google Shape;224;p20"/>
          <p:cNvPicPr preferRelativeResize="0"/>
          <p:nvPr/>
        </p:nvPicPr>
        <p:blipFill>
          <a:blip r:embed="rId6">
            <a:alphaModFix/>
          </a:blip>
          <a:stretch>
            <a:fillRect/>
          </a:stretch>
        </p:blipFill>
        <p:spPr>
          <a:xfrm rot="4355597">
            <a:off x="-1422138" y="1814105"/>
            <a:ext cx="1158879" cy="3645650"/>
          </a:xfrm>
          <a:prstGeom prst="rect">
            <a:avLst/>
          </a:prstGeom>
          <a:noFill/>
          <a:ln>
            <a:noFill/>
          </a:ln>
        </p:spPr>
      </p:pic>
      <p:pic>
        <p:nvPicPr>
          <p:cNvPr id="225" name="Google Shape;225;p20"/>
          <p:cNvPicPr preferRelativeResize="0"/>
          <p:nvPr/>
        </p:nvPicPr>
        <p:blipFill>
          <a:blip r:embed="rId7">
            <a:alphaModFix/>
          </a:blip>
          <a:stretch>
            <a:fillRect/>
          </a:stretch>
        </p:blipFill>
        <p:spPr>
          <a:xfrm rot="5400004">
            <a:off x="-1325916" y="1404432"/>
            <a:ext cx="156961" cy="2731121"/>
          </a:xfrm>
          <a:prstGeom prst="rect">
            <a:avLst/>
          </a:prstGeom>
          <a:noFill/>
          <a:ln>
            <a:noFill/>
          </a:ln>
        </p:spPr>
      </p:pic>
      <p:sp>
        <p:nvSpPr>
          <p:cNvPr id="226" name="Google Shape;226;p20"/>
          <p:cNvSpPr/>
          <p:nvPr>
            <p:ph idx="2" type="pic"/>
          </p:nvPr>
        </p:nvSpPr>
        <p:spPr>
          <a:xfrm>
            <a:off x="5028375" y="408751"/>
            <a:ext cx="3083400" cy="4326000"/>
          </a:xfrm>
          <a:prstGeom prst="ellipse">
            <a:avLst/>
          </a:prstGeom>
          <a:noFill/>
          <a:ln>
            <a:noFill/>
          </a:ln>
        </p:spPr>
      </p:sp>
      <p:pic>
        <p:nvPicPr>
          <p:cNvPr id="227" name="Google Shape;227;p20"/>
          <p:cNvPicPr preferRelativeResize="0"/>
          <p:nvPr/>
        </p:nvPicPr>
        <p:blipFill>
          <a:blip r:embed="rId8">
            <a:alphaModFix/>
          </a:blip>
          <a:stretch>
            <a:fillRect/>
          </a:stretch>
        </p:blipFill>
        <p:spPr>
          <a:xfrm rot="5868069">
            <a:off x="-698209" y="-1055788"/>
            <a:ext cx="743717" cy="2638725"/>
          </a:xfrm>
          <a:prstGeom prst="rect">
            <a:avLst/>
          </a:prstGeom>
          <a:noFill/>
          <a:ln>
            <a:noFill/>
          </a:ln>
        </p:spPr>
      </p:pic>
      <p:pic>
        <p:nvPicPr>
          <p:cNvPr id="228" name="Google Shape;228;p20"/>
          <p:cNvPicPr preferRelativeResize="0"/>
          <p:nvPr/>
        </p:nvPicPr>
        <p:blipFill>
          <a:blip r:embed="rId9">
            <a:alphaModFix/>
          </a:blip>
          <a:stretch>
            <a:fillRect/>
          </a:stretch>
        </p:blipFill>
        <p:spPr>
          <a:xfrm>
            <a:off x="118133" y="4452762"/>
            <a:ext cx="227834" cy="2638725"/>
          </a:xfrm>
          <a:prstGeom prst="rect">
            <a:avLst/>
          </a:prstGeom>
          <a:noFill/>
          <a:ln>
            <a:noFill/>
          </a:ln>
        </p:spPr>
      </p:pic>
      <p:pic>
        <p:nvPicPr>
          <p:cNvPr id="229" name="Google Shape;229;p20"/>
          <p:cNvPicPr preferRelativeResize="0"/>
          <p:nvPr/>
        </p:nvPicPr>
        <p:blipFill>
          <a:blip r:embed="rId6">
            <a:alphaModFix/>
          </a:blip>
          <a:stretch>
            <a:fillRect/>
          </a:stretch>
        </p:blipFill>
        <p:spPr>
          <a:xfrm>
            <a:off x="8275325" y="4452762"/>
            <a:ext cx="838800" cy="2638725"/>
          </a:xfrm>
          <a:prstGeom prst="rect">
            <a:avLst/>
          </a:prstGeom>
          <a:noFill/>
          <a:ln>
            <a:noFill/>
          </a:ln>
        </p:spPr>
      </p:pic>
      <p:pic>
        <p:nvPicPr>
          <p:cNvPr id="230" name="Google Shape;230;p20"/>
          <p:cNvPicPr preferRelativeResize="0"/>
          <p:nvPr/>
        </p:nvPicPr>
        <p:blipFill>
          <a:blip r:embed="rId10">
            <a:alphaModFix/>
          </a:blip>
          <a:stretch>
            <a:fillRect/>
          </a:stretch>
        </p:blipFill>
        <p:spPr>
          <a:xfrm>
            <a:off x="412049" y="4065073"/>
            <a:ext cx="884700" cy="1453425"/>
          </a:xfrm>
          <a:prstGeom prst="rect">
            <a:avLst/>
          </a:prstGeom>
          <a:noFill/>
          <a:ln>
            <a:noFill/>
          </a:ln>
        </p:spPr>
      </p:pic>
      <p:pic>
        <p:nvPicPr>
          <p:cNvPr id="231" name="Google Shape;231;p20"/>
          <p:cNvPicPr preferRelativeResize="0"/>
          <p:nvPr/>
        </p:nvPicPr>
        <p:blipFill>
          <a:blip r:embed="rId11">
            <a:alphaModFix/>
          </a:blip>
          <a:stretch>
            <a:fillRect/>
          </a:stretch>
        </p:blipFill>
        <p:spPr>
          <a:xfrm>
            <a:off x="8496601" y="345916"/>
            <a:ext cx="2213598" cy="1734718"/>
          </a:xfrm>
          <a:prstGeom prst="rect">
            <a:avLst/>
          </a:prstGeom>
          <a:noFill/>
          <a:ln>
            <a:noFill/>
          </a:ln>
        </p:spPr>
      </p:pic>
      <p:pic>
        <p:nvPicPr>
          <p:cNvPr id="232" name="Google Shape;232;p20"/>
          <p:cNvPicPr preferRelativeResize="0"/>
          <p:nvPr/>
        </p:nvPicPr>
        <p:blipFill>
          <a:blip r:embed="rId3">
            <a:alphaModFix/>
          </a:blip>
          <a:stretch>
            <a:fillRect/>
          </a:stretch>
        </p:blipFill>
        <p:spPr>
          <a:xfrm>
            <a:off x="8496608" y="1907462"/>
            <a:ext cx="1656534" cy="1886201"/>
          </a:xfrm>
          <a:prstGeom prst="rect">
            <a:avLst/>
          </a:prstGeom>
          <a:noFill/>
          <a:ln>
            <a:noFill/>
          </a:ln>
        </p:spPr>
      </p:pic>
      <p:pic>
        <p:nvPicPr>
          <p:cNvPr id="233" name="Google Shape;233;p20"/>
          <p:cNvPicPr preferRelativeResize="0"/>
          <p:nvPr/>
        </p:nvPicPr>
        <p:blipFill>
          <a:blip r:embed="rId4">
            <a:alphaModFix/>
          </a:blip>
          <a:stretch>
            <a:fillRect/>
          </a:stretch>
        </p:blipFill>
        <p:spPr>
          <a:xfrm rot="-2991695">
            <a:off x="8809392" y="3557017"/>
            <a:ext cx="528417" cy="1241017"/>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2">
  <p:cSld name="CUSTOM_1">
    <p:spTree>
      <p:nvGrpSpPr>
        <p:cNvPr id="234" name="Shape 234"/>
        <p:cNvGrpSpPr/>
        <p:nvPr/>
      </p:nvGrpSpPr>
      <p:grpSpPr>
        <a:xfrm>
          <a:off x="0" y="0"/>
          <a:ext cx="0" cy="0"/>
          <a:chOff x="0" y="0"/>
          <a:chExt cx="0" cy="0"/>
        </a:xfrm>
      </p:grpSpPr>
      <p:pic>
        <p:nvPicPr>
          <p:cNvPr id="235" name="Google Shape;235;p21"/>
          <p:cNvPicPr preferRelativeResize="0"/>
          <p:nvPr/>
        </p:nvPicPr>
        <p:blipFill>
          <a:blip r:embed="rId2">
            <a:alphaModFix/>
          </a:blip>
          <a:stretch>
            <a:fillRect/>
          </a:stretch>
        </p:blipFill>
        <p:spPr>
          <a:xfrm>
            <a:off x="0" y="0"/>
            <a:ext cx="9144028" cy="5143501"/>
          </a:xfrm>
          <a:prstGeom prst="rect">
            <a:avLst/>
          </a:prstGeom>
          <a:noFill/>
          <a:ln>
            <a:noFill/>
          </a:ln>
        </p:spPr>
      </p:pic>
      <p:sp>
        <p:nvSpPr>
          <p:cNvPr id="236" name="Google Shape;236;p21"/>
          <p:cNvSpPr txBox="1"/>
          <p:nvPr>
            <p:ph idx="1" type="subTitle"/>
          </p:nvPr>
        </p:nvSpPr>
        <p:spPr>
          <a:xfrm>
            <a:off x="796575" y="2865200"/>
            <a:ext cx="3765000" cy="767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37" name="Google Shape;237;p21"/>
          <p:cNvSpPr txBox="1"/>
          <p:nvPr>
            <p:ph type="title"/>
          </p:nvPr>
        </p:nvSpPr>
        <p:spPr>
          <a:xfrm>
            <a:off x="796575" y="1510900"/>
            <a:ext cx="3765000" cy="1354200"/>
          </a:xfrm>
          <a:prstGeom prst="rect">
            <a:avLst/>
          </a:prstGeom>
        </p:spPr>
        <p:txBody>
          <a:bodyPr anchorCtr="0" anchor="b" bIns="91425" lIns="91425" spcFirstLastPara="1" rIns="91425" wrap="square" tIns="91425">
            <a:noAutofit/>
          </a:bodyPr>
          <a:lstStyle>
            <a:lvl1pPr lvl="0" rtl="0" algn="l">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pic>
        <p:nvPicPr>
          <p:cNvPr id="238" name="Google Shape;238;p21"/>
          <p:cNvPicPr preferRelativeResize="0"/>
          <p:nvPr/>
        </p:nvPicPr>
        <p:blipFill>
          <a:blip r:embed="rId3">
            <a:alphaModFix/>
          </a:blip>
          <a:stretch>
            <a:fillRect/>
          </a:stretch>
        </p:blipFill>
        <p:spPr>
          <a:xfrm rot="453275">
            <a:off x="4677200" y="4438889"/>
            <a:ext cx="740577" cy="2922349"/>
          </a:xfrm>
          <a:prstGeom prst="rect">
            <a:avLst/>
          </a:prstGeom>
          <a:noFill/>
          <a:ln>
            <a:noFill/>
          </a:ln>
        </p:spPr>
      </p:pic>
      <p:pic>
        <p:nvPicPr>
          <p:cNvPr id="239" name="Google Shape;239;p21"/>
          <p:cNvPicPr preferRelativeResize="0"/>
          <p:nvPr/>
        </p:nvPicPr>
        <p:blipFill>
          <a:blip r:embed="rId4">
            <a:alphaModFix/>
          </a:blip>
          <a:stretch>
            <a:fillRect/>
          </a:stretch>
        </p:blipFill>
        <p:spPr>
          <a:xfrm rot="-165385">
            <a:off x="4571853" y="4445126"/>
            <a:ext cx="152305" cy="1931635"/>
          </a:xfrm>
          <a:prstGeom prst="rect">
            <a:avLst/>
          </a:prstGeom>
          <a:noFill/>
          <a:ln>
            <a:noFill/>
          </a:ln>
        </p:spPr>
      </p:pic>
      <p:pic>
        <p:nvPicPr>
          <p:cNvPr id="240" name="Google Shape;240;p21"/>
          <p:cNvPicPr preferRelativeResize="0"/>
          <p:nvPr/>
        </p:nvPicPr>
        <p:blipFill>
          <a:blip r:embed="rId5">
            <a:alphaModFix/>
          </a:blip>
          <a:stretch>
            <a:fillRect/>
          </a:stretch>
        </p:blipFill>
        <p:spPr>
          <a:xfrm rot="-1677880">
            <a:off x="3206913" y="4677612"/>
            <a:ext cx="1692913" cy="1927926"/>
          </a:xfrm>
          <a:prstGeom prst="rect">
            <a:avLst/>
          </a:prstGeom>
          <a:noFill/>
          <a:ln>
            <a:noFill/>
          </a:ln>
        </p:spPr>
      </p:pic>
      <p:pic>
        <p:nvPicPr>
          <p:cNvPr id="241" name="Google Shape;241;p21"/>
          <p:cNvPicPr preferRelativeResize="0"/>
          <p:nvPr/>
        </p:nvPicPr>
        <p:blipFill>
          <a:blip r:embed="rId6">
            <a:alphaModFix/>
          </a:blip>
          <a:stretch>
            <a:fillRect/>
          </a:stretch>
        </p:blipFill>
        <p:spPr>
          <a:xfrm rot="-2700000">
            <a:off x="5074800" y="4691638"/>
            <a:ext cx="1522499" cy="1899886"/>
          </a:xfrm>
          <a:prstGeom prst="rect">
            <a:avLst/>
          </a:prstGeom>
          <a:noFill/>
          <a:ln>
            <a:noFill/>
          </a:ln>
        </p:spPr>
      </p:pic>
      <p:pic>
        <p:nvPicPr>
          <p:cNvPr id="242" name="Google Shape;242;p21"/>
          <p:cNvPicPr preferRelativeResize="0"/>
          <p:nvPr/>
        </p:nvPicPr>
        <p:blipFill>
          <a:blip r:embed="rId7">
            <a:alphaModFix/>
          </a:blip>
          <a:stretch>
            <a:fillRect/>
          </a:stretch>
        </p:blipFill>
        <p:spPr>
          <a:xfrm rot="-344822">
            <a:off x="6209428" y="4515876"/>
            <a:ext cx="308400" cy="3572000"/>
          </a:xfrm>
          <a:prstGeom prst="rect">
            <a:avLst/>
          </a:prstGeom>
          <a:noFill/>
          <a:ln>
            <a:noFill/>
          </a:ln>
        </p:spPr>
      </p:pic>
      <p:pic>
        <p:nvPicPr>
          <p:cNvPr id="243" name="Google Shape;243;p21"/>
          <p:cNvPicPr preferRelativeResize="0"/>
          <p:nvPr/>
        </p:nvPicPr>
        <p:blipFill>
          <a:blip r:embed="rId8">
            <a:alphaModFix/>
          </a:blip>
          <a:stretch>
            <a:fillRect/>
          </a:stretch>
        </p:blipFill>
        <p:spPr>
          <a:xfrm>
            <a:off x="8173749" y="4308676"/>
            <a:ext cx="2149100" cy="2204550"/>
          </a:xfrm>
          <a:prstGeom prst="rect">
            <a:avLst/>
          </a:prstGeom>
          <a:noFill/>
          <a:ln>
            <a:noFill/>
          </a:ln>
        </p:spPr>
      </p:pic>
      <p:pic>
        <p:nvPicPr>
          <p:cNvPr id="244" name="Google Shape;244;p21"/>
          <p:cNvPicPr preferRelativeResize="0"/>
          <p:nvPr/>
        </p:nvPicPr>
        <p:blipFill>
          <a:blip r:embed="rId9">
            <a:alphaModFix/>
          </a:blip>
          <a:stretch>
            <a:fillRect/>
          </a:stretch>
        </p:blipFill>
        <p:spPr>
          <a:xfrm rot="3003378">
            <a:off x="7080335" y="4679253"/>
            <a:ext cx="1392680" cy="1598992"/>
          </a:xfrm>
          <a:prstGeom prst="rect">
            <a:avLst/>
          </a:prstGeom>
          <a:noFill/>
          <a:ln>
            <a:noFill/>
          </a:ln>
        </p:spPr>
      </p:pic>
      <p:pic>
        <p:nvPicPr>
          <p:cNvPr id="245" name="Google Shape;245;p21"/>
          <p:cNvPicPr preferRelativeResize="0"/>
          <p:nvPr/>
        </p:nvPicPr>
        <p:blipFill>
          <a:blip r:embed="rId10">
            <a:alphaModFix/>
          </a:blip>
          <a:stretch>
            <a:fillRect/>
          </a:stretch>
        </p:blipFill>
        <p:spPr>
          <a:xfrm>
            <a:off x="6789840" y="4612651"/>
            <a:ext cx="712975" cy="2663942"/>
          </a:xfrm>
          <a:prstGeom prst="rect">
            <a:avLst/>
          </a:prstGeom>
          <a:noFill/>
          <a:ln>
            <a:noFill/>
          </a:ln>
        </p:spPr>
      </p:pic>
      <p:pic>
        <p:nvPicPr>
          <p:cNvPr id="246" name="Google Shape;246;p21"/>
          <p:cNvPicPr preferRelativeResize="0"/>
          <p:nvPr/>
        </p:nvPicPr>
        <p:blipFill>
          <a:blip r:embed="rId7">
            <a:alphaModFix/>
          </a:blip>
          <a:stretch>
            <a:fillRect/>
          </a:stretch>
        </p:blipFill>
        <p:spPr>
          <a:xfrm>
            <a:off x="6406790" y="4568101"/>
            <a:ext cx="308400" cy="3572000"/>
          </a:xfrm>
          <a:prstGeom prst="rect">
            <a:avLst/>
          </a:prstGeom>
          <a:noFill/>
          <a:ln>
            <a:noFill/>
          </a:ln>
        </p:spPr>
      </p:pic>
      <p:pic>
        <p:nvPicPr>
          <p:cNvPr id="247" name="Google Shape;247;p21"/>
          <p:cNvPicPr preferRelativeResize="0"/>
          <p:nvPr/>
        </p:nvPicPr>
        <p:blipFill>
          <a:blip r:embed="rId11">
            <a:alphaModFix/>
          </a:blip>
          <a:stretch>
            <a:fillRect/>
          </a:stretch>
        </p:blipFill>
        <p:spPr>
          <a:xfrm rot="10784737">
            <a:off x="1288798" y="-2019313"/>
            <a:ext cx="149150" cy="2595250"/>
          </a:xfrm>
          <a:prstGeom prst="rect">
            <a:avLst/>
          </a:prstGeom>
          <a:noFill/>
          <a:ln>
            <a:noFill/>
          </a:ln>
        </p:spPr>
      </p:pic>
      <p:pic>
        <p:nvPicPr>
          <p:cNvPr id="248" name="Google Shape;248;p21"/>
          <p:cNvPicPr preferRelativeResize="0"/>
          <p:nvPr/>
        </p:nvPicPr>
        <p:blipFill>
          <a:blip r:embed="rId7">
            <a:alphaModFix/>
          </a:blip>
          <a:stretch>
            <a:fillRect/>
          </a:stretch>
        </p:blipFill>
        <p:spPr>
          <a:xfrm rot="10784734">
            <a:off x="1551973" y="-2963251"/>
            <a:ext cx="308400" cy="3572000"/>
          </a:xfrm>
          <a:prstGeom prst="rect">
            <a:avLst/>
          </a:prstGeom>
          <a:noFill/>
          <a:ln>
            <a:noFill/>
          </a:ln>
        </p:spPr>
      </p:pic>
      <p:pic>
        <p:nvPicPr>
          <p:cNvPr id="249" name="Google Shape;249;p21"/>
          <p:cNvPicPr preferRelativeResize="0"/>
          <p:nvPr/>
        </p:nvPicPr>
        <p:blipFill>
          <a:blip r:embed="rId10">
            <a:alphaModFix/>
          </a:blip>
          <a:stretch>
            <a:fillRect/>
          </a:stretch>
        </p:blipFill>
        <p:spPr>
          <a:xfrm rot="10784733">
            <a:off x="2714465" y="-2105799"/>
            <a:ext cx="712975" cy="2663941"/>
          </a:xfrm>
          <a:prstGeom prst="rect">
            <a:avLst/>
          </a:prstGeom>
          <a:noFill/>
          <a:ln>
            <a:noFill/>
          </a:ln>
        </p:spPr>
      </p:pic>
      <p:pic>
        <p:nvPicPr>
          <p:cNvPr id="250" name="Google Shape;250;p21"/>
          <p:cNvPicPr preferRelativeResize="0"/>
          <p:nvPr/>
        </p:nvPicPr>
        <p:blipFill>
          <a:blip r:embed="rId12">
            <a:alphaModFix/>
          </a:blip>
          <a:stretch>
            <a:fillRect/>
          </a:stretch>
        </p:blipFill>
        <p:spPr>
          <a:xfrm rot="10784732">
            <a:off x="105241" y="-2567506"/>
            <a:ext cx="1066755" cy="3355846"/>
          </a:xfrm>
          <a:prstGeom prst="rect">
            <a:avLst/>
          </a:prstGeom>
          <a:noFill/>
          <a:ln>
            <a:noFill/>
          </a:ln>
        </p:spPr>
      </p:pic>
      <p:pic>
        <p:nvPicPr>
          <p:cNvPr id="251" name="Google Shape;251;p21"/>
          <p:cNvPicPr preferRelativeResize="0"/>
          <p:nvPr/>
        </p:nvPicPr>
        <p:blipFill>
          <a:blip r:embed="rId8">
            <a:alphaModFix/>
          </a:blip>
          <a:stretch>
            <a:fillRect/>
          </a:stretch>
        </p:blipFill>
        <p:spPr>
          <a:xfrm rot="10784735">
            <a:off x="3391813" y="-1348624"/>
            <a:ext cx="2149099" cy="2204550"/>
          </a:xfrm>
          <a:prstGeom prst="rect">
            <a:avLst/>
          </a:prstGeom>
          <a:noFill/>
          <a:ln>
            <a:noFill/>
          </a:ln>
        </p:spPr>
      </p:pic>
      <p:pic>
        <p:nvPicPr>
          <p:cNvPr id="252" name="Google Shape;252;p21"/>
          <p:cNvPicPr preferRelativeResize="0"/>
          <p:nvPr/>
        </p:nvPicPr>
        <p:blipFill>
          <a:blip r:embed="rId9">
            <a:alphaModFix/>
          </a:blip>
          <a:stretch>
            <a:fillRect/>
          </a:stretch>
        </p:blipFill>
        <p:spPr>
          <a:xfrm rot="-7811887">
            <a:off x="1708254" y="-786235"/>
            <a:ext cx="1392680" cy="1598992"/>
          </a:xfrm>
          <a:prstGeom prst="rect">
            <a:avLst/>
          </a:prstGeom>
          <a:noFill/>
          <a:ln>
            <a:noFill/>
          </a:ln>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3">
  <p:cSld name="CUSTOM_1_1">
    <p:spTree>
      <p:nvGrpSpPr>
        <p:cNvPr id="253" name="Shape 253"/>
        <p:cNvGrpSpPr/>
        <p:nvPr/>
      </p:nvGrpSpPr>
      <p:grpSpPr>
        <a:xfrm>
          <a:off x="0" y="0"/>
          <a:ext cx="0" cy="0"/>
          <a:chOff x="0" y="0"/>
          <a:chExt cx="0" cy="0"/>
        </a:xfrm>
      </p:grpSpPr>
      <p:pic>
        <p:nvPicPr>
          <p:cNvPr id="254" name="Google Shape;254;p22"/>
          <p:cNvPicPr preferRelativeResize="0"/>
          <p:nvPr/>
        </p:nvPicPr>
        <p:blipFill>
          <a:blip r:embed="rId2">
            <a:alphaModFix/>
          </a:blip>
          <a:stretch>
            <a:fillRect/>
          </a:stretch>
        </p:blipFill>
        <p:spPr>
          <a:xfrm>
            <a:off x="0" y="0"/>
            <a:ext cx="9144028" cy="5143501"/>
          </a:xfrm>
          <a:prstGeom prst="rect">
            <a:avLst/>
          </a:prstGeom>
          <a:noFill/>
          <a:ln>
            <a:noFill/>
          </a:ln>
        </p:spPr>
      </p:pic>
      <p:sp>
        <p:nvSpPr>
          <p:cNvPr id="255" name="Google Shape;255;p22"/>
          <p:cNvSpPr txBox="1"/>
          <p:nvPr>
            <p:ph idx="1" type="subTitle"/>
          </p:nvPr>
        </p:nvSpPr>
        <p:spPr>
          <a:xfrm>
            <a:off x="3680638" y="2650800"/>
            <a:ext cx="4644000" cy="6093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56" name="Google Shape;256;p22"/>
          <p:cNvSpPr txBox="1"/>
          <p:nvPr>
            <p:ph type="title"/>
          </p:nvPr>
        </p:nvSpPr>
        <p:spPr>
          <a:xfrm>
            <a:off x="3680638" y="1883400"/>
            <a:ext cx="4644000" cy="767400"/>
          </a:xfrm>
          <a:prstGeom prst="rect">
            <a:avLst/>
          </a:prstGeom>
        </p:spPr>
        <p:txBody>
          <a:bodyPr anchorCtr="0" anchor="b" bIns="91425" lIns="91425" spcFirstLastPara="1" rIns="91425" wrap="square" tIns="91425">
            <a:noAutofit/>
          </a:bodyPr>
          <a:lstStyle>
            <a:lvl1pPr lvl="0" rtl="0" algn="l">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pic>
        <p:nvPicPr>
          <p:cNvPr id="257" name="Google Shape;257;p22"/>
          <p:cNvPicPr preferRelativeResize="0"/>
          <p:nvPr/>
        </p:nvPicPr>
        <p:blipFill>
          <a:blip r:embed="rId3">
            <a:alphaModFix/>
          </a:blip>
          <a:stretch>
            <a:fillRect/>
          </a:stretch>
        </p:blipFill>
        <p:spPr>
          <a:xfrm rot="-165385">
            <a:off x="1898766" y="4677988"/>
            <a:ext cx="152305" cy="1931635"/>
          </a:xfrm>
          <a:prstGeom prst="rect">
            <a:avLst/>
          </a:prstGeom>
          <a:noFill/>
          <a:ln>
            <a:noFill/>
          </a:ln>
        </p:spPr>
      </p:pic>
      <p:pic>
        <p:nvPicPr>
          <p:cNvPr id="258" name="Google Shape;258;p22"/>
          <p:cNvPicPr preferRelativeResize="0"/>
          <p:nvPr/>
        </p:nvPicPr>
        <p:blipFill>
          <a:blip r:embed="rId4">
            <a:alphaModFix/>
          </a:blip>
          <a:stretch>
            <a:fillRect/>
          </a:stretch>
        </p:blipFill>
        <p:spPr>
          <a:xfrm rot="-1800001">
            <a:off x="1636763" y="4619688"/>
            <a:ext cx="1522499" cy="1899886"/>
          </a:xfrm>
          <a:prstGeom prst="rect">
            <a:avLst/>
          </a:prstGeom>
          <a:noFill/>
          <a:ln>
            <a:noFill/>
          </a:ln>
        </p:spPr>
      </p:pic>
      <p:pic>
        <p:nvPicPr>
          <p:cNvPr id="259" name="Google Shape;259;p22"/>
          <p:cNvPicPr preferRelativeResize="0"/>
          <p:nvPr/>
        </p:nvPicPr>
        <p:blipFill>
          <a:blip r:embed="rId5">
            <a:alphaModFix/>
          </a:blip>
          <a:stretch>
            <a:fillRect/>
          </a:stretch>
        </p:blipFill>
        <p:spPr>
          <a:xfrm rot="-344822">
            <a:off x="2771390" y="4443926"/>
            <a:ext cx="308400" cy="3572000"/>
          </a:xfrm>
          <a:prstGeom prst="rect">
            <a:avLst/>
          </a:prstGeom>
          <a:noFill/>
          <a:ln>
            <a:noFill/>
          </a:ln>
        </p:spPr>
      </p:pic>
      <p:pic>
        <p:nvPicPr>
          <p:cNvPr id="260" name="Google Shape;260;p22"/>
          <p:cNvPicPr preferRelativeResize="0"/>
          <p:nvPr/>
        </p:nvPicPr>
        <p:blipFill>
          <a:blip r:embed="rId6">
            <a:alphaModFix/>
          </a:blip>
          <a:stretch>
            <a:fillRect/>
          </a:stretch>
        </p:blipFill>
        <p:spPr>
          <a:xfrm>
            <a:off x="4735712" y="4236726"/>
            <a:ext cx="2149100" cy="2204550"/>
          </a:xfrm>
          <a:prstGeom prst="rect">
            <a:avLst/>
          </a:prstGeom>
          <a:noFill/>
          <a:ln>
            <a:noFill/>
          </a:ln>
        </p:spPr>
      </p:pic>
      <p:pic>
        <p:nvPicPr>
          <p:cNvPr id="261" name="Google Shape;261;p22"/>
          <p:cNvPicPr preferRelativeResize="0"/>
          <p:nvPr/>
        </p:nvPicPr>
        <p:blipFill>
          <a:blip r:embed="rId7">
            <a:alphaModFix/>
          </a:blip>
          <a:stretch>
            <a:fillRect/>
          </a:stretch>
        </p:blipFill>
        <p:spPr>
          <a:xfrm rot="3003378">
            <a:off x="2894923" y="4377528"/>
            <a:ext cx="1392680" cy="1598992"/>
          </a:xfrm>
          <a:prstGeom prst="rect">
            <a:avLst/>
          </a:prstGeom>
          <a:noFill/>
          <a:ln>
            <a:noFill/>
          </a:ln>
        </p:spPr>
      </p:pic>
      <p:pic>
        <p:nvPicPr>
          <p:cNvPr id="262" name="Google Shape;262;p22"/>
          <p:cNvPicPr preferRelativeResize="0"/>
          <p:nvPr/>
        </p:nvPicPr>
        <p:blipFill>
          <a:blip r:embed="rId8">
            <a:alphaModFix/>
          </a:blip>
          <a:stretch>
            <a:fillRect/>
          </a:stretch>
        </p:blipFill>
        <p:spPr>
          <a:xfrm>
            <a:off x="3971265" y="4496151"/>
            <a:ext cx="712975" cy="2663942"/>
          </a:xfrm>
          <a:prstGeom prst="rect">
            <a:avLst/>
          </a:prstGeom>
          <a:noFill/>
          <a:ln>
            <a:noFill/>
          </a:ln>
        </p:spPr>
      </p:pic>
      <p:pic>
        <p:nvPicPr>
          <p:cNvPr id="263" name="Google Shape;263;p22"/>
          <p:cNvPicPr preferRelativeResize="0"/>
          <p:nvPr/>
        </p:nvPicPr>
        <p:blipFill>
          <a:blip r:embed="rId5">
            <a:alphaModFix/>
          </a:blip>
          <a:stretch>
            <a:fillRect/>
          </a:stretch>
        </p:blipFill>
        <p:spPr>
          <a:xfrm>
            <a:off x="2968753" y="4724751"/>
            <a:ext cx="308400" cy="3572000"/>
          </a:xfrm>
          <a:prstGeom prst="rect">
            <a:avLst/>
          </a:prstGeom>
          <a:noFill/>
          <a:ln>
            <a:noFill/>
          </a:ln>
        </p:spPr>
      </p:pic>
      <p:pic>
        <p:nvPicPr>
          <p:cNvPr id="264" name="Google Shape;264;p22"/>
          <p:cNvPicPr preferRelativeResize="0"/>
          <p:nvPr/>
        </p:nvPicPr>
        <p:blipFill>
          <a:blip r:embed="rId9">
            <a:alphaModFix/>
          </a:blip>
          <a:stretch>
            <a:fillRect/>
          </a:stretch>
        </p:blipFill>
        <p:spPr>
          <a:xfrm rot="10784737">
            <a:off x="3656923" y="-2300588"/>
            <a:ext cx="149150" cy="2595250"/>
          </a:xfrm>
          <a:prstGeom prst="rect">
            <a:avLst/>
          </a:prstGeom>
          <a:noFill/>
          <a:ln>
            <a:noFill/>
          </a:ln>
        </p:spPr>
      </p:pic>
      <p:pic>
        <p:nvPicPr>
          <p:cNvPr id="265" name="Google Shape;265;p22"/>
          <p:cNvPicPr preferRelativeResize="0"/>
          <p:nvPr/>
        </p:nvPicPr>
        <p:blipFill>
          <a:blip r:embed="rId5">
            <a:alphaModFix/>
          </a:blip>
          <a:stretch>
            <a:fillRect/>
          </a:stretch>
        </p:blipFill>
        <p:spPr>
          <a:xfrm rot="10784734">
            <a:off x="3920098" y="-3092126"/>
            <a:ext cx="308400" cy="3572000"/>
          </a:xfrm>
          <a:prstGeom prst="rect">
            <a:avLst/>
          </a:prstGeom>
          <a:noFill/>
          <a:ln>
            <a:noFill/>
          </a:ln>
        </p:spPr>
      </p:pic>
      <p:pic>
        <p:nvPicPr>
          <p:cNvPr id="266" name="Google Shape;266;p22"/>
          <p:cNvPicPr preferRelativeResize="0"/>
          <p:nvPr/>
        </p:nvPicPr>
        <p:blipFill>
          <a:blip r:embed="rId8">
            <a:alphaModFix/>
          </a:blip>
          <a:stretch>
            <a:fillRect/>
          </a:stretch>
        </p:blipFill>
        <p:spPr>
          <a:xfrm rot="10784733">
            <a:off x="4930190" y="-2082274"/>
            <a:ext cx="712975" cy="2663941"/>
          </a:xfrm>
          <a:prstGeom prst="rect">
            <a:avLst/>
          </a:prstGeom>
          <a:noFill/>
          <a:ln>
            <a:noFill/>
          </a:ln>
        </p:spPr>
      </p:pic>
      <p:pic>
        <p:nvPicPr>
          <p:cNvPr id="267" name="Google Shape;267;p22"/>
          <p:cNvPicPr preferRelativeResize="0"/>
          <p:nvPr/>
        </p:nvPicPr>
        <p:blipFill>
          <a:blip r:embed="rId10">
            <a:alphaModFix/>
          </a:blip>
          <a:stretch>
            <a:fillRect/>
          </a:stretch>
        </p:blipFill>
        <p:spPr>
          <a:xfrm rot="10784732">
            <a:off x="2473366" y="-2772581"/>
            <a:ext cx="1066755" cy="3355846"/>
          </a:xfrm>
          <a:prstGeom prst="rect">
            <a:avLst/>
          </a:prstGeom>
          <a:noFill/>
          <a:ln>
            <a:noFill/>
          </a:ln>
        </p:spPr>
      </p:pic>
      <p:pic>
        <p:nvPicPr>
          <p:cNvPr id="268" name="Google Shape;268;p22"/>
          <p:cNvPicPr preferRelativeResize="0"/>
          <p:nvPr/>
        </p:nvPicPr>
        <p:blipFill>
          <a:blip r:embed="rId3">
            <a:alphaModFix/>
          </a:blip>
          <a:stretch>
            <a:fillRect/>
          </a:stretch>
        </p:blipFill>
        <p:spPr>
          <a:xfrm rot="-9899994">
            <a:off x="4600803" y="-1274536"/>
            <a:ext cx="152305" cy="1931635"/>
          </a:xfrm>
          <a:prstGeom prst="rect">
            <a:avLst/>
          </a:prstGeom>
          <a:noFill/>
          <a:ln>
            <a:noFill/>
          </a:ln>
        </p:spPr>
      </p:pic>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4">
  <p:cSld name="CUSTOM_1_1_1">
    <p:spTree>
      <p:nvGrpSpPr>
        <p:cNvPr id="269" name="Shape 269"/>
        <p:cNvGrpSpPr/>
        <p:nvPr/>
      </p:nvGrpSpPr>
      <p:grpSpPr>
        <a:xfrm>
          <a:off x="0" y="0"/>
          <a:ext cx="0" cy="0"/>
          <a:chOff x="0" y="0"/>
          <a:chExt cx="0" cy="0"/>
        </a:xfrm>
      </p:grpSpPr>
      <p:pic>
        <p:nvPicPr>
          <p:cNvPr id="270" name="Google Shape;270;p23"/>
          <p:cNvPicPr preferRelativeResize="0"/>
          <p:nvPr/>
        </p:nvPicPr>
        <p:blipFill>
          <a:blip r:embed="rId2">
            <a:alphaModFix/>
          </a:blip>
          <a:stretch>
            <a:fillRect/>
          </a:stretch>
        </p:blipFill>
        <p:spPr>
          <a:xfrm flipH="1">
            <a:off x="0" y="0"/>
            <a:ext cx="9144028" cy="5143501"/>
          </a:xfrm>
          <a:prstGeom prst="rect">
            <a:avLst/>
          </a:prstGeom>
          <a:noFill/>
          <a:ln>
            <a:noFill/>
          </a:ln>
        </p:spPr>
      </p:pic>
      <p:sp>
        <p:nvSpPr>
          <p:cNvPr id="271" name="Google Shape;271;p23"/>
          <p:cNvSpPr txBox="1"/>
          <p:nvPr>
            <p:ph idx="1" type="subTitle"/>
          </p:nvPr>
        </p:nvSpPr>
        <p:spPr>
          <a:xfrm>
            <a:off x="2249988" y="3999200"/>
            <a:ext cx="4644000" cy="6093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72" name="Google Shape;272;p23"/>
          <p:cNvSpPr txBox="1"/>
          <p:nvPr>
            <p:ph type="title"/>
          </p:nvPr>
        </p:nvSpPr>
        <p:spPr>
          <a:xfrm>
            <a:off x="2249988" y="535000"/>
            <a:ext cx="4644000" cy="767400"/>
          </a:xfrm>
          <a:prstGeom prst="rect">
            <a:avLst/>
          </a:prstGeom>
        </p:spPr>
        <p:txBody>
          <a:bodyPr anchorCtr="0" anchor="t" bIns="91425" lIns="91425" spcFirstLastPara="1" rIns="91425" wrap="square" tIns="91425">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pic>
        <p:nvPicPr>
          <p:cNvPr id="273" name="Google Shape;273;p23"/>
          <p:cNvPicPr preferRelativeResize="0"/>
          <p:nvPr/>
        </p:nvPicPr>
        <p:blipFill>
          <a:blip r:embed="rId3">
            <a:alphaModFix/>
          </a:blip>
          <a:stretch>
            <a:fillRect/>
          </a:stretch>
        </p:blipFill>
        <p:spPr>
          <a:xfrm rot="-5565385">
            <a:off x="9624016" y="-384184"/>
            <a:ext cx="152305" cy="1931635"/>
          </a:xfrm>
          <a:prstGeom prst="rect">
            <a:avLst/>
          </a:prstGeom>
          <a:noFill/>
          <a:ln>
            <a:noFill/>
          </a:ln>
        </p:spPr>
      </p:pic>
      <p:pic>
        <p:nvPicPr>
          <p:cNvPr id="274" name="Google Shape;274;p23"/>
          <p:cNvPicPr preferRelativeResize="0"/>
          <p:nvPr/>
        </p:nvPicPr>
        <p:blipFill>
          <a:blip r:embed="rId4">
            <a:alphaModFix/>
          </a:blip>
          <a:stretch>
            <a:fillRect/>
          </a:stretch>
        </p:blipFill>
        <p:spPr>
          <a:xfrm rot="-5744822">
            <a:off x="10082788" y="2566111"/>
            <a:ext cx="308400" cy="3572000"/>
          </a:xfrm>
          <a:prstGeom prst="rect">
            <a:avLst/>
          </a:prstGeom>
          <a:noFill/>
          <a:ln>
            <a:noFill/>
          </a:ln>
        </p:spPr>
      </p:pic>
      <p:pic>
        <p:nvPicPr>
          <p:cNvPr id="275" name="Google Shape;275;p23"/>
          <p:cNvPicPr preferRelativeResize="0"/>
          <p:nvPr/>
        </p:nvPicPr>
        <p:blipFill>
          <a:blip r:embed="rId5">
            <a:alphaModFix/>
          </a:blip>
          <a:stretch>
            <a:fillRect/>
          </a:stretch>
        </p:blipFill>
        <p:spPr>
          <a:xfrm rot="-5400000">
            <a:off x="8271514" y="727865"/>
            <a:ext cx="2149100" cy="2204550"/>
          </a:xfrm>
          <a:prstGeom prst="rect">
            <a:avLst/>
          </a:prstGeom>
          <a:noFill/>
          <a:ln>
            <a:noFill/>
          </a:ln>
        </p:spPr>
      </p:pic>
      <p:pic>
        <p:nvPicPr>
          <p:cNvPr id="276" name="Google Shape;276;p23"/>
          <p:cNvPicPr preferRelativeResize="0"/>
          <p:nvPr/>
        </p:nvPicPr>
        <p:blipFill>
          <a:blip r:embed="rId6">
            <a:alphaModFix/>
          </a:blip>
          <a:stretch>
            <a:fillRect/>
          </a:stretch>
        </p:blipFill>
        <p:spPr>
          <a:xfrm rot="-5400000">
            <a:off x="9478697" y="1980678"/>
            <a:ext cx="712975" cy="2663942"/>
          </a:xfrm>
          <a:prstGeom prst="rect">
            <a:avLst/>
          </a:prstGeom>
          <a:noFill/>
          <a:ln>
            <a:noFill/>
          </a:ln>
        </p:spPr>
      </p:pic>
      <p:pic>
        <p:nvPicPr>
          <p:cNvPr id="277" name="Google Shape;277;p23"/>
          <p:cNvPicPr preferRelativeResize="0"/>
          <p:nvPr/>
        </p:nvPicPr>
        <p:blipFill>
          <a:blip r:embed="rId4">
            <a:alphaModFix/>
          </a:blip>
          <a:stretch>
            <a:fillRect/>
          </a:stretch>
        </p:blipFill>
        <p:spPr>
          <a:xfrm rot="-5400000">
            <a:off x="10363613" y="2198049"/>
            <a:ext cx="308400" cy="3572000"/>
          </a:xfrm>
          <a:prstGeom prst="rect">
            <a:avLst/>
          </a:prstGeom>
          <a:noFill/>
          <a:ln>
            <a:noFill/>
          </a:ln>
        </p:spPr>
      </p:pic>
      <p:pic>
        <p:nvPicPr>
          <p:cNvPr id="278" name="Google Shape;278;p23"/>
          <p:cNvPicPr preferRelativeResize="0"/>
          <p:nvPr/>
        </p:nvPicPr>
        <p:blipFill>
          <a:blip r:embed="rId7">
            <a:alphaModFix/>
          </a:blip>
          <a:stretch>
            <a:fillRect/>
          </a:stretch>
        </p:blipFill>
        <p:spPr>
          <a:xfrm rot="-5400000">
            <a:off x="-672801" y="732751"/>
            <a:ext cx="1197500" cy="1363500"/>
          </a:xfrm>
          <a:prstGeom prst="rect">
            <a:avLst/>
          </a:prstGeom>
          <a:noFill/>
          <a:ln>
            <a:noFill/>
          </a:ln>
        </p:spPr>
      </p:pic>
      <p:pic>
        <p:nvPicPr>
          <p:cNvPr id="279" name="Google Shape;279;p23"/>
          <p:cNvPicPr preferRelativeResize="0"/>
          <p:nvPr/>
        </p:nvPicPr>
        <p:blipFill>
          <a:blip r:embed="rId8">
            <a:alphaModFix/>
          </a:blip>
          <a:stretch>
            <a:fillRect/>
          </a:stretch>
        </p:blipFill>
        <p:spPr>
          <a:xfrm rot="5400000">
            <a:off x="-296357" y="1581093"/>
            <a:ext cx="597036" cy="1402135"/>
          </a:xfrm>
          <a:prstGeom prst="rect">
            <a:avLst/>
          </a:prstGeom>
          <a:noFill/>
          <a:ln>
            <a:noFill/>
          </a:ln>
        </p:spPr>
      </p:pic>
      <p:pic>
        <p:nvPicPr>
          <p:cNvPr id="280" name="Google Shape;280;p23"/>
          <p:cNvPicPr preferRelativeResize="0"/>
          <p:nvPr/>
        </p:nvPicPr>
        <p:blipFill>
          <a:blip r:embed="rId9">
            <a:alphaModFix/>
          </a:blip>
          <a:stretch>
            <a:fillRect/>
          </a:stretch>
        </p:blipFill>
        <p:spPr>
          <a:xfrm rot="4698197">
            <a:off x="-927265" y="3058297"/>
            <a:ext cx="773422" cy="2239580"/>
          </a:xfrm>
          <a:prstGeom prst="rect">
            <a:avLst/>
          </a:prstGeom>
          <a:noFill/>
          <a:ln>
            <a:noFill/>
          </a:ln>
        </p:spPr>
      </p:pic>
      <p:pic>
        <p:nvPicPr>
          <p:cNvPr id="281" name="Google Shape;281;p23"/>
          <p:cNvPicPr preferRelativeResize="0"/>
          <p:nvPr/>
        </p:nvPicPr>
        <p:blipFill>
          <a:blip r:embed="rId10">
            <a:alphaModFix/>
          </a:blip>
          <a:stretch>
            <a:fillRect/>
          </a:stretch>
        </p:blipFill>
        <p:spPr>
          <a:xfrm rot="4355597">
            <a:off x="-1498338" y="1814105"/>
            <a:ext cx="1158879" cy="3645650"/>
          </a:xfrm>
          <a:prstGeom prst="rect">
            <a:avLst/>
          </a:prstGeom>
          <a:noFill/>
          <a:ln>
            <a:noFill/>
          </a:ln>
        </p:spPr>
      </p:pic>
      <p:pic>
        <p:nvPicPr>
          <p:cNvPr id="282" name="Google Shape;282;p23"/>
          <p:cNvPicPr preferRelativeResize="0"/>
          <p:nvPr/>
        </p:nvPicPr>
        <p:blipFill>
          <a:blip r:embed="rId11">
            <a:alphaModFix/>
          </a:blip>
          <a:stretch>
            <a:fillRect/>
          </a:stretch>
        </p:blipFill>
        <p:spPr>
          <a:xfrm rot="5400004">
            <a:off x="-1325916" y="1404432"/>
            <a:ext cx="156961" cy="2731121"/>
          </a:xfrm>
          <a:prstGeom prst="rect">
            <a:avLst/>
          </a:prstGeom>
          <a:noFill/>
          <a:ln>
            <a:noFill/>
          </a:ln>
        </p:spPr>
      </p:pic>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5">
  <p:cSld name="CUSTOM_2">
    <p:spTree>
      <p:nvGrpSpPr>
        <p:cNvPr id="283" name="Shape 283"/>
        <p:cNvGrpSpPr/>
        <p:nvPr/>
      </p:nvGrpSpPr>
      <p:grpSpPr>
        <a:xfrm>
          <a:off x="0" y="0"/>
          <a:ext cx="0" cy="0"/>
          <a:chOff x="0" y="0"/>
          <a:chExt cx="0" cy="0"/>
        </a:xfrm>
      </p:grpSpPr>
      <p:pic>
        <p:nvPicPr>
          <p:cNvPr id="284" name="Google Shape;284;p24"/>
          <p:cNvPicPr preferRelativeResize="0"/>
          <p:nvPr/>
        </p:nvPicPr>
        <p:blipFill>
          <a:blip r:embed="rId2">
            <a:alphaModFix/>
          </a:blip>
          <a:stretch>
            <a:fillRect/>
          </a:stretch>
        </p:blipFill>
        <p:spPr>
          <a:xfrm flipH="1" rot="10800000">
            <a:off x="0" y="0"/>
            <a:ext cx="9144028" cy="5143501"/>
          </a:xfrm>
          <a:prstGeom prst="rect">
            <a:avLst/>
          </a:prstGeom>
          <a:noFill/>
          <a:ln>
            <a:noFill/>
          </a:ln>
        </p:spPr>
      </p:pic>
      <p:sp>
        <p:nvSpPr>
          <p:cNvPr id="285" name="Google Shape;285;p24"/>
          <p:cNvSpPr txBox="1"/>
          <p:nvPr>
            <p:ph idx="1" type="subTitle"/>
          </p:nvPr>
        </p:nvSpPr>
        <p:spPr>
          <a:xfrm>
            <a:off x="720000" y="1212525"/>
            <a:ext cx="7704000" cy="9903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Char char="⟡"/>
              <a:defRPr/>
            </a:lvl1pPr>
            <a:lvl2pPr lvl="1" rtl="0" algn="ctr">
              <a:lnSpc>
                <a:spcPct val="100000"/>
              </a:lnSpc>
              <a:spcBef>
                <a:spcPts val="0"/>
              </a:spcBef>
              <a:spcAft>
                <a:spcPts val="0"/>
              </a:spcAft>
              <a:buSzPts val="1400"/>
              <a:buChar char="○"/>
              <a:defRPr/>
            </a:lvl2pPr>
            <a:lvl3pPr lvl="2" rtl="0" algn="ctr">
              <a:lnSpc>
                <a:spcPct val="100000"/>
              </a:lnSpc>
              <a:spcBef>
                <a:spcPts val="0"/>
              </a:spcBef>
              <a:spcAft>
                <a:spcPts val="0"/>
              </a:spcAft>
              <a:buSzPts val="1400"/>
              <a:buChar char="■"/>
              <a:defRPr/>
            </a:lvl3pPr>
            <a:lvl4pPr lvl="3" rtl="0" algn="ctr">
              <a:lnSpc>
                <a:spcPct val="100000"/>
              </a:lnSpc>
              <a:spcBef>
                <a:spcPts val="0"/>
              </a:spcBef>
              <a:spcAft>
                <a:spcPts val="0"/>
              </a:spcAft>
              <a:buSzPts val="1400"/>
              <a:buChar char="●"/>
              <a:defRPr/>
            </a:lvl4pPr>
            <a:lvl5pPr lvl="4" rtl="0" algn="ctr">
              <a:lnSpc>
                <a:spcPct val="100000"/>
              </a:lnSpc>
              <a:spcBef>
                <a:spcPts val="0"/>
              </a:spcBef>
              <a:spcAft>
                <a:spcPts val="0"/>
              </a:spcAft>
              <a:buSzPts val="1400"/>
              <a:buChar char="○"/>
              <a:defRPr/>
            </a:lvl5pPr>
            <a:lvl6pPr lvl="5" rtl="0" algn="ctr">
              <a:lnSpc>
                <a:spcPct val="100000"/>
              </a:lnSpc>
              <a:spcBef>
                <a:spcPts val="0"/>
              </a:spcBef>
              <a:spcAft>
                <a:spcPts val="0"/>
              </a:spcAft>
              <a:buSzPts val="1400"/>
              <a:buChar char="■"/>
              <a:defRPr/>
            </a:lvl6pPr>
            <a:lvl7pPr lvl="6" rtl="0" algn="ctr">
              <a:lnSpc>
                <a:spcPct val="100000"/>
              </a:lnSpc>
              <a:spcBef>
                <a:spcPts val="0"/>
              </a:spcBef>
              <a:spcAft>
                <a:spcPts val="0"/>
              </a:spcAft>
              <a:buSzPts val="1400"/>
              <a:buChar char="●"/>
              <a:defRPr/>
            </a:lvl7pPr>
            <a:lvl8pPr lvl="7" rtl="0" algn="ctr">
              <a:lnSpc>
                <a:spcPct val="100000"/>
              </a:lnSpc>
              <a:spcBef>
                <a:spcPts val="0"/>
              </a:spcBef>
              <a:spcAft>
                <a:spcPts val="0"/>
              </a:spcAft>
              <a:buSzPts val="1400"/>
              <a:buChar char="○"/>
              <a:defRPr/>
            </a:lvl8pPr>
            <a:lvl9pPr lvl="8" rtl="0" algn="ctr">
              <a:lnSpc>
                <a:spcPct val="100000"/>
              </a:lnSpc>
              <a:spcBef>
                <a:spcPts val="0"/>
              </a:spcBef>
              <a:spcAft>
                <a:spcPts val="0"/>
              </a:spcAft>
              <a:buSzPts val="1400"/>
              <a:buChar char="■"/>
              <a:defRPr/>
            </a:lvl9pPr>
          </a:lstStyle>
          <a:p/>
        </p:txBody>
      </p:sp>
      <p:sp>
        <p:nvSpPr>
          <p:cNvPr id="286" name="Google Shape;286;p24"/>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pic>
        <p:nvPicPr>
          <p:cNvPr id="287" name="Google Shape;287;p24"/>
          <p:cNvPicPr preferRelativeResize="0"/>
          <p:nvPr/>
        </p:nvPicPr>
        <p:blipFill>
          <a:blip r:embed="rId3">
            <a:alphaModFix/>
          </a:blip>
          <a:stretch>
            <a:fillRect/>
          </a:stretch>
        </p:blipFill>
        <p:spPr>
          <a:xfrm rot="965451">
            <a:off x="7072" y="3255300"/>
            <a:ext cx="149150" cy="2595251"/>
          </a:xfrm>
          <a:prstGeom prst="rect">
            <a:avLst/>
          </a:prstGeom>
          <a:noFill/>
          <a:ln>
            <a:noFill/>
          </a:ln>
        </p:spPr>
      </p:pic>
      <p:pic>
        <p:nvPicPr>
          <p:cNvPr id="288" name="Google Shape;288;p24"/>
          <p:cNvPicPr preferRelativeResize="0"/>
          <p:nvPr/>
        </p:nvPicPr>
        <p:blipFill>
          <a:blip r:embed="rId4">
            <a:alphaModFix/>
          </a:blip>
          <a:stretch>
            <a:fillRect/>
          </a:stretch>
        </p:blipFill>
        <p:spPr>
          <a:xfrm rot="965452">
            <a:off x="-487465" y="2961175"/>
            <a:ext cx="308400" cy="3571999"/>
          </a:xfrm>
          <a:prstGeom prst="rect">
            <a:avLst/>
          </a:prstGeom>
          <a:noFill/>
          <a:ln>
            <a:noFill/>
          </a:ln>
        </p:spPr>
      </p:pic>
      <p:pic>
        <p:nvPicPr>
          <p:cNvPr id="289" name="Google Shape;289;p24"/>
          <p:cNvPicPr preferRelativeResize="0"/>
          <p:nvPr/>
        </p:nvPicPr>
        <p:blipFill>
          <a:blip r:embed="rId5">
            <a:alphaModFix/>
          </a:blip>
          <a:stretch>
            <a:fillRect/>
          </a:stretch>
        </p:blipFill>
        <p:spPr>
          <a:xfrm rot="-2">
            <a:off x="445759" y="4459353"/>
            <a:ext cx="1066756" cy="3355847"/>
          </a:xfrm>
          <a:prstGeom prst="rect">
            <a:avLst/>
          </a:prstGeom>
          <a:noFill/>
          <a:ln>
            <a:noFill/>
          </a:ln>
        </p:spPr>
      </p:pic>
      <p:pic>
        <p:nvPicPr>
          <p:cNvPr id="290" name="Google Shape;290;p24"/>
          <p:cNvPicPr preferRelativeResize="0"/>
          <p:nvPr/>
        </p:nvPicPr>
        <p:blipFill>
          <a:blip r:embed="rId6">
            <a:alphaModFix/>
          </a:blip>
          <a:stretch>
            <a:fillRect/>
          </a:stretch>
        </p:blipFill>
        <p:spPr>
          <a:xfrm rot="-8546726">
            <a:off x="8879719" y="653706"/>
            <a:ext cx="740577" cy="2922349"/>
          </a:xfrm>
          <a:prstGeom prst="rect">
            <a:avLst/>
          </a:prstGeom>
          <a:noFill/>
          <a:ln>
            <a:noFill/>
          </a:ln>
        </p:spPr>
      </p:pic>
      <p:pic>
        <p:nvPicPr>
          <p:cNvPr id="291" name="Google Shape;291;p24"/>
          <p:cNvPicPr preferRelativeResize="0"/>
          <p:nvPr/>
        </p:nvPicPr>
        <p:blipFill>
          <a:blip r:embed="rId7">
            <a:alphaModFix/>
          </a:blip>
          <a:stretch>
            <a:fillRect/>
          </a:stretch>
        </p:blipFill>
        <p:spPr>
          <a:xfrm rot="-9165385">
            <a:off x="9239957" y="1732696"/>
            <a:ext cx="152305" cy="1931634"/>
          </a:xfrm>
          <a:prstGeom prst="rect">
            <a:avLst/>
          </a:prstGeom>
          <a:noFill/>
          <a:ln>
            <a:noFill/>
          </a:ln>
        </p:spPr>
      </p:pic>
      <p:pic>
        <p:nvPicPr>
          <p:cNvPr id="292" name="Google Shape;292;p24"/>
          <p:cNvPicPr preferRelativeResize="0"/>
          <p:nvPr/>
        </p:nvPicPr>
        <p:blipFill>
          <a:blip r:embed="rId8">
            <a:alphaModFix/>
          </a:blip>
          <a:stretch>
            <a:fillRect/>
          </a:stretch>
        </p:blipFill>
        <p:spPr>
          <a:xfrm rot="-1677880">
            <a:off x="-533575" y="4102587"/>
            <a:ext cx="1692913" cy="1927926"/>
          </a:xfrm>
          <a:prstGeom prst="rect">
            <a:avLst/>
          </a:prstGeom>
          <a:noFill/>
          <a:ln>
            <a:noFill/>
          </a:ln>
        </p:spPr>
      </p:pic>
      <p:pic>
        <p:nvPicPr>
          <p:cNvPr id="293" name="Google Shape;293;p24"/>
          <p:cNvPicPr preferRelativeResize="0"/>
          <p:nvPr/>
        </p:nvPicPr>
        <p:blipFill>
          <a:blip r:embed="rId9">
            <a:alphaModFix/>
          </a:blip>
          <a:stretch>
            <a:fillRect/>
          </a:stretch>
        </p:blipFill>
        <p:spPr>
          <a:xfrm rot="-5996622">
            <a:off x="8420962" y="842629"/>
            <a:ext cx="1392680" cy="1598991"/>
          </a:xfrm>
          <a:prstGeom prst="rect">
            <a:avLst/>
          </a:prstGeom>
          <a:noFill/>
          <a:ln>
            <a:noFill/>
          </a:ln>
        </p:spPr>
      </p:pic>
      <p:pic>
        <p:nvPicPr>
          <p:cNvPr id="294" name="Google Shape;294;p24"/>
          <p:cNvPicPr preferRelativeResize="0"/>
          <p:nvPr/>
        </p:nvPicPr>
        <p:blipFill>
          <a:blip r:embed="rId4">
            <a:alphaModFix/>
          </a:blip>
          <a:stretch>
            <a:fillRect/>
          </a:stretch>
        </p:blipFill>
        <p:spPr>
          <a:xfrm rot="-9000001">
            <a:off x="9488719" y="897948"/>
            <a:ext cx="308400" cy="3572000"/>
          </a:xfrm>
          <a:prstGeom prst="rect">
            <a:avLst/>
          </a:prstGeom>
          <a:noFill/>
          <a:ln>
            <a:noFill/>
          </a:ln>
        </p:spPr>
      </p:pic>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1">
  <p:cSld name="TITLE_AND_TWO_COLUMNS_1">
    <p:spTree>
      <p:nvGrpSpPr>
        <p:cNvPr id="295" name="Shape 295"/>
        <p:cNvGrpSpPr/>
        <p:nvPr/>
      </p:nvGrpSpPr>
      <p:grpSpPr>
        <a:xfrm>
          <a:off x="0" y="0"/>
          <a:ext cx="0" cy="0"/>
          <a:chOff x="0" y="0"/>
          <a:chExt cx="0" cy="0"/>
        </a:xfrm>
      </p:grpSpPr>
      <p:pic>
        <p:nvPicPr>
          <p:cNvPr id="296" name="Google Shape;296;p25"/>
          <p:cNvPicPr preferRelativeResize="0"/>
          <p:nvPr/>
        </p:nvPicPr>
        <p:blipFill>
          <a:blip r:embed="rId2">
            <a:alphaModFix/>
          </a:blip>
          <a:stretch>
            <a:fillRect/>
          </a:stretch>
        </p:blipFill>
        <p:spPr>
          <a:xfrm>
            <a:off x="0" y="0"/>
            <a:ext cx="9144003" cy="5143501"/>
          </a:xfrm>
          <a:prstGeom prst="rect">
            <a:avLst/>
          </a:prstGeom>
          <a:noFill/>
          <a:ln>
            <a:noFill/>
          </a:ln>
        </p:spPr>
      </p:pic>
      <p:sp>
        <p:nvSpPr>
          <p:cNvPr id="297" name="Google Shape;297;p25"/>
          <p:cNvSpPr txBox="1"/>
          <p:nvPr>
            <p:ph idx="1" type="subTitle"/>
          </p:nvPr>
        </p:nvSpPr>
        <p:spPr>
          <a:xfrm>
            <a:off x="1980902" y="1507475"/>
            <a:ext cx="2591100" cy="5007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Red Hat Display Medium"/>
              <a:buNone/>
              <a:defRPr sz="1800">
                <a:solidFill>
                  <a:schemeClr val="dk1"/>
                </a:solidFill>
                <a:latin typeface="Tenor Sans"/>
                <a:ea typeface="Tenor Sans"/>
                <a:cs typeface="Tenor Sans"/>
                <a:sym typeface="Tenor Sans"/>
              </a:defRPr>
            </a:lvl1pPr>
            <a:lvl2pPr lvl="1" rtl="0" algn="ctr">
              <a:lnSpc>
                <a:spcPct val="100000"/>
              </a:lnSpc>
              <a:spcBef>
                <a:spcPts val="0"/>
              </a:spcBef>
              <a:spcAft>
                <a:spcPts val="0"/>
              </a:spcAft>
              <a:buClr>
                <a:schemeClr val="dk1"/>
              </a:buClr>
              <a:buSzPts val="2400"/>
              <a:buFont typeface="Red Hat Display Medium"/>
              <a:buNone/>
              <a:defRPr sz="2400">
                <a:solidFill>
                  <a:schemeClr val="dk1"/>
                </a:solidFill>
                <a:latin typeface="Red Hat Display Medium"/>
                <a:ea typeface="Red Hat Display Medium"/>
                <a:cs typeface="Red Hat Display Medium"/>
                <a:sym typeface="Red Hat Display Medium"/>
              </a:defRPr>
            </a:lvl2pPr>
            <a:lvl3pPr lvl="2" rtl="0" algn="ctr">
              <a:lnSpc>
                <a:spcPct val="100000"/>
              </a:lnSpc>
              <a:spcBef>
                <a:spcPts val="0"/>
              </a:spcBef>
              <a:spcAft>
                <a:spcPts val="0"/>
              </a:spcAft>
              <a:buClr>
                <a:schemeClr val="dk1"/>
              </a:buClr>
              <a:buSzPts val="2400"/>
              <a:buFont typeface="Red Hat Display Medium"/>
              <a:buNone/>
              <a:defRPr sz="2400">
                <a:solidFill>
                  <a:schemeClr val="dk1"/>
                </a:solidFill>
                <a:latin typeface="Red Hat Display Medium"/>
                <a:ea typeface="Red Hat Display Medium"/>
                <a:cs typeface="Red Hat Display Medium"/>
                <a:sym typeface="Red Hat Display Medium"/>
              </a:defRPr>
            </a:lvl3pPr>
            <a:lvl4pPr lvl="3" rtl="0" algn="ctr">
              <a:lnSpc>
                <a:spcPct val="100000"/>
              </a:lnSpc>
              <a:spcBef>
                <a:spcPts val="0"/>
              </a:spcBef>
              <a:spcAft>
                <a:spcPts val="0"/>
              </a:spcAft>
              <a:buClr>
                <a:schemeClr val="dk1"/>
              </a:buClr>
              <a:buSzPts val="2400"/>
              <a:buFont typeface="Red Hat Display Medium"/>
              <a:buNone/>
              <a:defRPr sz="2400">
                <a:solidFill>
                  <a:schemeClr val="dk1"/>
                </a:solidFill>
                <a:latin typeface="Red Hat Display Medium"/>
                <a:ea typeface="Red Hat Display Medium"/>
                <a:cs typeface="Red Hat Display Medium"/>
                <a:sym typeface="Red Hat Display Medium"/>
              </a:defRPr>
            </a:lvl4pPr>
            <a:lvl5pPr lvl="4" rtl="0" algn="ctr">
              <a:lnSpc>
                <a:spcPct val="100000"/>
              </a:lnSpc>
              <a:spcBef>
                <a:spcPts val="0"/>
              </a:spcBef>
              <a:spcAft>
                <a:spcPts val="0"/>
              </a:spcAft>
              <a:buClr>
                <a:schemeClr val="dk1"/>
              </a:buClr>
              <a:buSzPts val="2400"/>
              <a:buFont typeface="Red Hat Display Medium"/>
              <a:buNone/>
              <a:defRPr sz="2400">
                <a:solidFill>
                  <a:schemeClr val="dk1"/>
                </a:solidFill>
                <a:latin typeface="Red Hat Display Medium"/>
                <a:ea typeface="Red Hat Display Medium"/>
                <a:cs typeface="Red Hat Display Medium"/>
                <a:sym typeface="Red Hat Display Medium"/>
              </a:defRPr>
            </a:lvl5pPr>
            <a:lvl6pPr lvl="5" rtl="0" algn="ctr">
              <a:lnSpc>
                <a:spcPct val="100000"/>
              </a:lnSpc>
              <a:spcBef>
                <a:spcPts val="0"/>
              </a:spcBef>
              <a:spcAft>
                <a:spcPts val="0"/>
              </a:spcAft>
              <a:buClr>
                <a:schemeClr val="dk1"/>
              </a:buClr>
              <a:buSzPts val="2400"/>
              <a:buFont typeface="Red Hat Display Medium"/>
              <a:buNone/>
              <a:defRPr sz="2400">
                <a:solidFill>
                  <a:schemeClr val="dk1"/>
                </a:solidFill>
                <a:latin typeface="Red Hat Display Medium"/>
                <a:ea typeface="Red Hat Display Medium"/>
                <a:cs typeface="Red Hat Display Medium"/>
                <a:sym typeface="Red Hat Display Medium"/>
              </a:defRPr>
            </a:lvl6pPr>
            <a:lvl7pPr lvl="6" rtl="0" algn="ctr">
              <a:lnSpc>
                <a:spcPct val="100000"/>
              </a:lnSpc>
              <a:spcBef>
                <a:spcPts val="0"/>
              </a:spcBef>
              <a:spcAft>
                <a:spcPts val="0"/>
              </a:spcAft>
              <a:buClr>
                <a:schemeClr val="dk1"/>
              </a:buClr>
              <a:buSzPts val="2400"/>
              <a:buFont typeface="Red Hat Display Medium"/>
              <a:buNone/>
              <a:defRPr sz="2400">
                <a:solidFill>
                  <a:schemeClr val="dk1"/>
                </a:solidFill>
                <a:latin typeface="Red Hat Display Medium"/>
                <a:ea typeface="Red Hat Display Medium"/>
                <a:cs typeface="Red Hat Display Medium"/>
                <a:sym typeface="Red Hat Display Medium"/>
              </a:defRPr>
            </a:lvl7pPr>
            <a:lvl8pPr lvl="7" rtl="0" algn="ctr">
              <a:lnSpc>
                <a:spcPct val="100000"/>
              </a:lnSpc>
              <a:spcBef>
                <a:spcPts val="0"/>
              </a:spcBef>
              <a:spcAft>
                <a:spcPts val="0"/>
              </a:spcAft>
              <a:buClr>
                <a:schemeClr val="dk1"/>
              </a:buClr>
              <a:buSzPts val="2400"/>
              <a:buFont typeface="Red Hat Display Medium"/>
              <a:buNone/>
              <a:defRPr sz="2400">
                <a:solidFill>
                  <a:schemeClr val="dk1"/>
                </a:solidFill>
                <a:latin typeface="Red Hat Display Medium"/>
                <a:ea typeface="Red Hat Display Medium"/>
                <a:cs typeface="Red Hat Display Medium"/>
                <a:sym typeface="Red Hat Display Medium"/>
              </a:defRPr>
            </a:lvl8pPr>
            <a:lvl9pPr lvl="8" rtl="0" algn="ctr">
              <a:lnSpc>
                <a:spcPct val="100000"/>
              </a:lnSpc>
              <a:spcBef>
                <a:spcPts val="0"/>
              </a:spcBef>
              <a:spcAft>
                <a:spcPts val="0"/>
              </a:spcAft>
              <a:buClr>
                <a:schemeClr val="dk1"/>
              </a:buClr>
              <a:buSzPts val="2400"/>
              <a:buFont typeface="Red Hat Display Medium"/>
              <a:buNone/>
              <a:defRPr sz="2400">
                <a:solidFill>
                  <a:schemeClr val="dk1"/>
                </a:solidFill>
                <a:latin typeface="Red Hat Display Medium"/>
                <a:ea typeface="Red Hat Display Medium"/>
                <a:cs typeface="Red Hat Display Medium"/>
                <a:sym typeface="Red Hat Display Medium"/>
              </a:defRPr>
            </a:lvl9pPr>
          </a:lstStyle>
          <a:p/>
        </p:txBody>
      </p:sp>
      <p:sp>
        <p:nvSpPr>
          <p:cNvPr id="298" name="Google Shape;298;p25"/>
          <p:cNvSpPr txBox="1"/>
          <p:nvPr>
            <p:ph idx="2" type="subTitle"/>
          </p:nvPr>
        </p:nvSpPr>
        <p:spPr>
          <a:xfrm>
            <a:off x="4571993" y="3077075"/>
            <a:ext cx="2591100" cy="5007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Red Hat Display Medium"/>
              <a:buNone/>
              <a:defRPr sz="1800">
                <a:solidFill>
                  <a:schemeClr val="dk1"/>
                </a:solidFill>
                <a:latin typeface="Tenor Sans"/>
                <a:ea typeface="Tenor Sans"/>
                <a:cs typeface="Tenor Sans"/>
                <a:sym typeface="Tenor Sans"/>
              </a:defRPr>
            </a:lvl1pPr>
            <a:lvl2pPr lvl="1" rtl="0" algn="ctr">
              <a:lnSpc>
                <a:spcPct val="100000"/>
              </a:lnSpc>
              <a:spcBef>
                <a:spcPts val="0"/>
              </a:spcBef>
              <a:spcAft>
                <a:spcPts val="0"/>
              </a:spcAft>
              <a:buClr>
                <a:schemeClr val="dk1"/>
              </a:buClr>
              <a:buSzPts val="2400"/>
              <a:buFont typeface="Red Hat Display Medium"/>
              <a:buNone/>
              <a:defRPr sz="2400">
                <a:solidFill>
                  <a:schemeClr val="dk1"/>
                </a:solidFill>
                <a:latin typeface="Red Hat Display Medium"/>
                <a:ea typeface="Red Hat Display Medium"/>
                <a:cs typeface="Red Hat Display Medium"/>
                <a:sym typeface="Red Hat Display Medium"/>
              </a:defRPr>
            </a:lvl2pPr>
            <a:lvl3pPr lvl="2" rtl="0" algn="ctr">
              <a:lnSpc>
                <a:spcPct val="100000"/>
              </a:lnSpc>
              <a:spcBef>
                <a:spcPts val="0"/>
              </a:spcBef>
              <a:spcAft>
                <a:spcPts val="0"/>
              </a:spcAft>
              <a:buClr>
                <a:schemeClr val="dk1"/>
              </a:buClr>
              <a:buSzPts val="2400"/>
              <a:buFont typeface="Red Hat Display Medium"/>
              <a:buNone/>
              <a:defRPr sz="2400">
                <a:solidFill>
                  <a:schemeClr val="dk1"/>
                </a:solidFill>
                <a:latin typeface="Red Hat Display Medium"/>
                <a:ea typeface="Red Hat Display Medium"/>
                <a:cs typeface="Red Hat Display Medium"/>
                <a:sym typeface="Red Hat Display Medium"/>
              </a:defRPr>
            </a:lvl3pPr>
            <a:lvl4pPr lvl="3" rtl="0" algn="ctr">
              <a:lnSpc>
                <a:spcPct val="100000"/>
              </a:lnSpc>
              <a:spcBef>
                <a:spcPts val="0"/>
              </a:spcBef>
              <a:spcAft>
                <a:spcPts val="0"/>
              </a:spcAft>
              <a:buClr>
                <a:schemeClr val="dk1"/>
              </a:buClr>
              <a:buSzPts val="2400"/>
              <a:buFont typeface="Red Hat Display Medium"/>
              <a:buNone/>
              <a:defRPr sz="2400">
                <a:solidFill>
                  <a:schemeClr val="dk1"/>
                </a:solidFill>
                <a:latin typeface="Red Hat Display Medium"/>
                <a:ea typeface="Red Hat Display Medium"/>
                <a:cs typeface="Red Hat Display Medium"/>
                <a:sym typeface="Red Hat Display Medium"/>
              </a:defRPr>
            </a:lvl4pPr>
            <a:lvl5pPr lvl="4" rtl="0" algn="ctr">
              <a:lnSpc>
                <a:spcPct val="100000"/>
              </a:lnSpc>
              <a:spcBef>
                <a:spcPts val="0"/>
              </a:spcBef>
              <a:spcAft>
                <a:spcPts val="0"/>
              </a:spcAft>
              <a:buClr>
                <a:schemeClr val="dk1"/>
              </a:buClr>
              <a:buSzPts val="2400"/>
              <a:buFont typeface="Red Hat Display Medium"/>
              <a:buNone/>
              <a:defRPr sz="2400">
                <a:solidFill>
                  <a:schemeClr val="dk1"/>
                </a:solidFill>
                <a:latin typeface="Red Hat Display Medium"/>
                <a:ea typeface="Red Hat Display Medium"/>
                <a:cs typeface="Red Hat Display Medium"/>
                <a:sym typeface="Red Hat Display Medium"/>
              </a:defRPr>
            </a:lvl5pPr>
            <a:lvl6pPr lvl="5" rtl="0" algn="ctr">
              <a:lnSpc>
                <a:spcPct val="100000"/>
              </a:lnSpc>
              <a:spcBef>
                <a:spcPts val="0"/>
              </a:spcBef>
              <a:spcAft>
                <a:spcPts val="0"/>
              </a:spcAft>
              <a:buClr>
                <a:schemeClr val="dk1"/>
              </a:buClr>
              <a:buSzPts val="2400"/>
              <a:buFont typeface="Red Hat Display Medium"/>
              <a:buNone/>
              <a:defRPr sz="2400">
                <a:solidFill>
                  <a:schemeClr val="dk1"/>
                </a:solidFill>
                <a:latin typeface="Red Hat Display Medium"/>
                <a:ea typeface="Red Hat Display Medium"/>
                <a:cs typeface="Red Hat Display Medium"/>
                <a:sym typeface="Red Hat Display Medium"/>
              </a:defRPr>
            </a:lvl6pPr>
            <a:lvl7pPr lvl="6" rtl="0" algn="ctr">
              <a:lnSpc>
                <a:spcPct val="100000"/>
              </a:lnSpc>
              <a:spcBef>
                <a:spcPts val="0"/>
              </a:spcBef>
              <a:spcAft>
                <a:spcPts val="0"/>
              </a:spcAft>
              <a:buClr>
                <a:schemeClr val="dk1"/>
              </a:buClr>
              <a:buSzPts val="2400"/>
              <a:buFont typeface="Red Hat Display Medium"/>
              <a:buNone/>
              <a:defRPr sz="2400">
                <a:solidFill>
                  <a:schemeClr val="dk1"/>
                </a:solidFill>
                <a:latin typeface="Red Hat Display Medium"/>
                <a:ea typeface="Red Hat Display Medium"/>
                <a:cs typeface="Red Hat Display Medium"/>
                <a:sym typeface="Red Hat Display Medium"/>
              </a:defRPr>
            </a:lvl7pPr>
            <a:lvl8pPr lvl="7" rtl="0" algn="ctr">
              <a:lnSpc>
                <a:spcPct val="100000"/>
              </a:lnSpc>
              <a:spcBef>
                <a:spcPts val="0"/>
              </a:spcBef>
              <a:spcAft>
                <a:spcPts val="0"/>
              </a:spcAft>
              <a:buClr>
                <a:schemeClr val="dk1"/>
              </a:buClr>
              <a:buSzPts val="2400"/>
              <a:buFont typeface="Red Hat Display Medium"/>
              <a:buNone/>
              <a:defRPr sz="2400">
                <a:solidFill>
                  <a:schemeClr val="dk1"/>
                </a:solidFill>
                <a:latin typeface="Red Hat Display Medium"/>
                <a:ea typeface="Red Hat Display Medium"/>
                <a:cs typeface="Red Hat Display Medium"/>
                <a:sym typeface="Red Hat Display Medium"/>
              </a:defRPr>
            </a:lvl8pPr>
            <a:lvl9pPr lvl="8" rtl="0" algn="ctr">
              <a:lnSpc>
                <a:spcPct val="100000"/>
              </a:lnSpc>
              <a:spcBef>
                <a:spcPts val="0"/>
              </a:spcBef>
              <a:spcAft>
                <a:spcPts val="0"/>
              </a:spcAft>
              <a:buClr>
                <a:schemeClr val="dk1"/>
              </a:buClr>
              <a:buSzPts val="2400"/>
              <a:buFont typeface="Red Hat Display Medium"/>
              <a:buNone/>
              <a:defRPr sz="2400">
                <a:solidFill>
                  <a:schemeClr val="dk1"/>
                </a:solidFill>
                <a:latin typeface="Red Hat Display Medium"/>
                <a:ea typeface="Red Hat Display Medium"/>
                <a:cs typeface="Red Hat Display Medium"/>
                <a:sym typeface="Red Hat Display Medium"/>
              </a:defRPr>
            </a:lvl9pPr>
          </a:lstStyle>
          <a:p/>
        </p:txBody>
      </p:sp>
      <p:sp>
        <p:nvSpPr>
          <p:cNvPr id="299" name="Google Shape;299;p25"/>
          <p:cNvSpPr txBox="1"/>
          <p:nvPr>
            <p:ph idx="3" type="subTitle"/>
          </p:nvPr>
        </p:nvSpPr>
        <p:spPr>
          <a:xfrm>
            <a:off x="1980902" y="1931975"/>
            <a:ext cx="2591100" cy="10689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300" name="Google Shape;300;p25"/>
          <p:cNvSpPr txBox="1"/>
          <p:nvPr>
            <p:ph idx="4" type="subTitle"/>
          </p:nvPr>
        </p:nvSpPr>
        <p:spPr>
          <a:xfrm>
            <a:off x="4571998" y="3501575"/>
            <a:ext cx="2591100" cy="10689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301" name="Google Shape;301;p25"/>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pic>
        <p:nvPicPr>
          <p:cNvPr id="302" name="Google Shape;302;p25"/>
          <p:cNvPicPr preferRelativeResize="0"/>
          <p:nvPr/>
        </p:nvPicPr>
        <p:blipFill>
          <a:blip r:embed="rId3">
            <a:alphaModFix/>
          </a:blip>
          <a:stretch>
            <a:fillRect/>
          </a:stretch>
        </p:blipFill>
        <p:spPr>
          <a:xfrm flipH="1" rot="-9422014">
            <a:off x="-356333" y="3752498"/>
            <a:ext cx="893238" cy="2248730"/>
          </a:xfrm>
          <a:prstGeom prst="rect">
            <a:avLst/>
          </a:prstGeom>
          <a:noFill/>
          <a:ln>
            <a:noFill/>
          </a:ln>
        </p:spPr>
      </p:pic>
      <p:pic>
        <p:nvPicPr>
          <p:cNvPr id="303" name="Google Shape;303;p25"/>
          <p:cNvPicPr preferRelativeResize="0"/>
          <p:nvPr/>
        </p:nvPicPr>
        <p:blipFill>
          <a:blip r:embed="rId4">
            <a:alphaModFix/>
          </a:blip>
          <a:stretch>
            <a:fillRect/>
          </a:stretch>
        </p:blipFill>
        <p:spPr>
          <a:xfrm flipH="1" rot="1949726">
            <a:off x="-1172527" y="1957084"/>
            <a:ext cx="1120952" cy="3526335"/>
          </a:xfrm>
          <a:prstGeom prst="rect">
            <a:avLst/>
          </a:prstGeom>
          <a:noFill/>
          <a:ln>
            <a:noFill/>
          </a:ln>
        </p:spPr>
      </p:pic>
      <p:pic>
        <p:nvPicPr>
          <p:cNvPr id="304" name="Google Shape;304;p25"/>
          <p:cNvPicPr preferRelativeResize="0"/>
          <p:nvPr/>
        </p:nvPicPr>
        <p:blipFill>
          <a:blip r:embed="rId5">
            <a:alphaModFix/>
          </a:blip>
          <a:stretch>
            <a:fillRect/>
          </a:stretch>
        </p:blipFill>
        <p:spPr>
          <a:xfrm flipH="1">
            <a:off x="8461296" y="-319561"/>
            <a:ext cx="1476948" cy="1515064"/>
          </a:xfrm>
          <a:prstGeom prst="rect">
            <a:avLst/>
          </a:prstGeom>
          <a:noFill/>
          <a:ln>
            <a:noFill/>
          </a:ln>
        </p:spPr>
      </p:pic>
      <p:pic>
        <p:nvPicPr>
          <p:cNvPr id="305" name="Google Shape;305;p25"/>
          <p:cNvPicPr preferRelativeResize="0"/>
          <p:nvPr/>
        </p:nvPicPr>
        <p:blipFill>
          <a:blip r:embed="rId6">
            <a:alphaModFix/>
          </a:blip>
          <a:stretch>
            <a:fillRect/>
          </a:stretch>
        </p:blipFill>
        <p:spPr>
          <a:xfrm flipH="1">
            <a:off x="8509363" y="1041626"/>
            <a:ext cx="1615114" cy="1839040"/>
          </a:xfrm>
          <a:prstGeom prst="rect">
            <a:avLst/>
          </a:prstGeom>
          <a:noFill/>
          <a:ln>
            <a:noFill/>
          </a:ln>
        </p:spPr>
      </p:pic>
      <p:pic>
        <p:nvPicPr>
          <p:cNvPr id="306" name="Google Shape;306;p25"/>
          <p:cNvPicPr preferRelativeResize="0"/>
          <p:nvPr/>
        </p:nvPicPr>
        <p:blipFill>
          <a:blip r:embed="rId7">
            <a:alphaModFix/>
          </a:blip>
          <a:stretch>
            <a:fillRect/>
          </a:stretch>
        </p:blipFill>
        <p:spPr>
          <a:xfrm flipH="1" rot="1846097">
            <a:off x="-89704" y="2918548"/>
            <a:ext cx="207681" cy="2104498"/>
          </a:xfrm>
          <a:prstGeom prst="rect">
            <a:avLst/>
          </a:prstGeom>
          <a:noFill/>
          <a:ln>
            <a:noFill/>
          </a:ln>
        </p:spPr>
      </p:pic>
      <p:pic>
        <p:nvPicPr>
          <p:cNvPr id="307" name="Google Shape;307;p25"/>
          <p:cNvPicPr preferRelativeResize="0"/>
          <p:nvPr/>
        </p:nvPicPr>
        <p:blipFill>
          <a:blip r:embed="rId8">
            <a:alphaModFix/>
          </a:blip>
          <a:stretch>
            <a:fillRect/>
          </a:stretch>
        </p:blipFill>
        <p:spPr>
          <a:xfrm flipH="1" rot="-2392916">
            <a:off x="9106626" y="2684421"/>
            <a:ext cx="888486" cy="2572748"/>
          </a:xfrm>
          <a:prstGeom prst="rect">
            <a:avLst/>
          </a:prstGeom>
          <a:noFill/>
          <a:ln>
            <a:noFill/>
          </a:ln>
        </p:spPr>
      </p:pic>
      <p:pic>
        <p:nvPicPr>
          <p:cNvPr id="308" name="Google Shape;308;p25"/>
          <p:cNvPicPr preferRelativeResize="0"/>
          <p:nvPr/>
        </p:nvPicPr>
        <p:blipFill>
          <a:blip r:embed="rId9">
            <a:alphaModFix/>
          </a:blip>
          <a:stretch>
            <a:fillRect/>
          </a:stretch>
        </p:blipFill>
        <p:spPr>
          <a:xfrm flipH="1" rot="-4518101">
            <a:off x="8480777" y="3689917"/>
            <a:ext cx="1672286" cy="1920034"/>
          </a:xfrm>
          <a:prstGeom prst="rect">
            <a:avLst/>
          </a:prstGeom>
          <a:noFill/>
          <a:ln>
            <a:noFill/>
          </a:ln>
        </p:spPr>
      </p:pic>
      <p:pic>
        <p:nvPicPr>
          <p:cNvPr id="309" name="Google Shape;309;p25"/>
          <p:cNvPicPr preferRelativeResize="0"/>
          <p:nvPr/>
        </p:nvPicPr>
        <p:blipFill>
          <a:blip r:embed="rId10">
            <a:alphaModFix/>
          </a:blip>
          <a:stretch>
            <a:fillRect/>
          </a:stretch>
        </p:blipFill>
        <p:spPr>
          <a:xfrm flipH="1">
            <a:off x="-900377" y="75550"/>
            <a:ext cx="1615100" cy="1949066"/>
          </a:xfrm>
          <a:prstGeom prst="rect">
            <a:avLst/>
          </a:prstGeom>
          <a:noFill/>
          <a:ln>
            <a:noFill/>
          </a:ln>
        </p:spPr>
      </p:pic>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2">
  <p:cSld name="TITLE_AND_TWO_COLUMNS_1_1">
    <p:spTree>
      <p:nvGrpSpPr>
        <p:cNvPr id="310" name="Shape 310"/>
        <p:cNvGrpSpPr/>
        <p:nvPr/>
      </p:nvGrpSpPr>
      <p:grpSpPr>
        <a:xfrm>
          <a:off x="0" y="0"/>
          <a:ext cx="0" cy="0"/>
          <a:chOff x="0" y="0"/>
          <a:chExt cx="0" cy="0"/>
        </a:xfrm>
      </p:grpSpPr>
      <p:pic>
        <p:nvPicPr>
          <p:cNvPr id="311" name="Google Shape;311;p26"/>
          <p:cNvPicPr preferRelativeResize="0"/>
          <p:nvPr/>
        </p:nvPicPr>
        <p:blipFill>
          <a:blip r:embed="rId2">
            <a:alphaModFix/>
          </a:blip>
          <a:stretch>
            <a:fillRect/>
          </a:stretch>
        </p:blipFill>
        <p:spPr>
          <a:xfrm>
            <a:off x="0" y="0"/>
            <a:ext cx="9144003" cy="5143501"/>
          </a:xfrm>
          <a:prstGeom prst="rect">
            <a:avLst/>
          </a:prstGeom>
          <a:noFill/>
          <a:ln>
            <a:noFill/>
          </a:ln>
        </p:spPr>
      </p:pic>
      <p:sp>
        <p:nvSpPr>
          <p:cNvPr id="312" name="Google Shape;312;p26"/>
          <p:cNvSpPr txBox="1"/>
          <p:nvPr>
            <p:ph idx="1" type="subTitle"/>
          </p:nvPr>
        </p:nvSpPr>
        <p:spPr>
          <a:xfrm>
            <a:off x="1826851" y="3351500"/>
            <a:ext cx="2591100" cy="5007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Red Hat Display Medium"/>
              <a:buNone/>
              <a:defRPr sz="1800">
                <a:solidFill>
                  <a:schemeClr val="dk1"/>
                </a:solidFill>
                <a:latin typeface="Tenor Sans"/>
                <a:ea typeface="Tenor Sans"/>
                <a:cs typeface="Tenor Sans"/>
                <a:sym typeface="Tenor Sans"/>
              </a:defRPr>
            </a:lvl1pPr>
            <a:lvl2pPr lvl="1" rtl="0" algn="ctr">
              <a:lnSpc>
                <a:spcPct val="100000"/>
              </a:lnSpc>
              <a:spcBef>
                <a:spcPts val="0"/>
              </a:spcBef>
              <a:spcAft>
                <a:spcPts val="0"/>
              </a:spcAft>
              <a:buClr>
                <a:schemeClr val="dk1"/>
              </a:buClr>
              <a:buSzPts val="2400"/>
              <a:buFont typeface="Red Hat Display Medium"/>
              <a:buNone/>
              <a:defRPr sz="2400">
                <a:solidFill>
                  <a:schemeClr val="dk1"/>
                </a:solidFill>
                <a:latin typeface="Red Hat Display Medium"/>
                <a:ea typeface="Red Hat Display Medium"/>
                <a:cs typeface="Red Hat Display Medium"/>
                <a:sym typeface="Red Hat Display Medium"/>
              </a:defRPr>
            </a:lvl2pPr>
            <a:lvl3pPr lvl="2" rtl="0" algn="ctr">
              <a:lnSpc>
                <a:spcPct val="100000"/>
              </a:lnSpc>
              <a:spcBef>
                <a:spcPts val="0"/>
              </a:spcBef>
              <a:spcAft>
                <a:spcPts val="0"/>
              </a:spcAft>
              <a:buClr>
                <a:schemeClr val="dk1"/>
              </a:buClr>
              <a:buSzPts val="2400"/>
              <a:buFont typeface="Red Hat Display Medium"/>
              <a:buNone/>
              <a:defRPr sz="2400">
                <a:solidFill>
                  <a:schemeClr val="dk1"/>
                </a:solidFill>
                <a:latin typeface="Red Hat Display Medium"/>
                <a:ea typeface="Red Hat Display Medium"/>
                <a:cs typeface="Red Hat Display Medium"/>
                <a:sym typeface="Red Hat Display Medium"/>
              </a:defRPr>
            </a:lvl3pPr>
            <a:lvl4pPr lvl="3" rtl="0" algn="ctr">
              <a:lnSpc>
                <a:spcPct val="100000"/>
              </a:lnSpc>
              <a:spcBef>
                <a:spcPts val="0"/>
              </a:spcBef>
              <a:spcAft>
                <a:spcPts val="0"/>
              </a:spcAft>
              <a:buClr>
                <a:schemeClr val="dk1"/>
              </a:buClr>
              <a:buSzPts val="2400"/>
              <a:buFont typeface="Red Hat Display Medium"/>
              <a:buNone/>
              <a:defRPr sz="2400">
                <a:solidFill>
                  <a:schemeClr val="dk1"/>
                </a:solidFill>
                <a:latin typeface="Red Hat Display Medium"/>
                <a:ea typeface="Red Hat Display Medium"/>
                <a:cs typeface="Red Hat Display Medium"/>
                <a:sym typeface="Red Hat Display Medium"/>
              </a:defRPr>
            </a:lvl4pPr>
            <a:lvl5pPr lvl="4" rtl="0" algn="ctr">
              <a:lnSpc>
                <a:spcPct val="100000"/>
              </a:lnSpc>
              <a:spcBef>
                <a:spcPts val="0"/>
              </a:spcBef>
              <a:spcAft>
                <a:spcPts val="0"/>
              </a:spcAft>
              <a:buClr>
                <a:schemeClr val="dk1"/>
              </a:buClr>
              <a:buSzPts val="2400"/>
              <a:buFont typeface="Red Hat Display Medium"/>
              <a:buNone/>
              <a:defRPr sz="2400">
                <a:solidFill>
                  <a:schemeClr val="dk1"/>
                </a:solidFill>
                <a:latin typeface="Red Hat Display Medium"/>
                <a:ea typeface="Red Hat Display Medium"/>
                <a:cs typeface="Red Hat Display Medium"/>
                <a:sym typeface="Red Hat Display Medium"/>
              </a:defRPr>
            </a:lvl5pPr>
            <a:lvl6pPr lvl="5" rtl="0" algn="ctr">
              <a:lnSpc>
                <a:spcPct val="100000"/>
              </a:lnSpc>
              <a:spcBef>
                <a:spcPts val="0"/>
              </a:spcBef>
              <a:spcAft>
                <a:spcPts val="0"/>
              </a:spcAft>
              <a:buClr>
                <a:schemeClr val="dk1"/>
              </a:buClr>
              <a:buSzPts val="2400"/>
              <a:buFont typeface="Red Hat Display Medium"/>
              <a:buNone/>
              <a:defRPr sz="2400">
                <a:solidFill>
                  <a:schemeClr val="dk1"/>
                </a:solidFill>
                <a:latin typeface="Red Hat Display Medium"/>
                <a:ea typeface="Red Hat Display Medium"/>
                <a:cs typeface="Red Hat Display Medium"/>
                <a:sym typeface="Red Hat Display Medium"/>
              </a:defRPr>
            </a:lvl6pPr>
            <a:lvl7pPr lvl="6" rtl="0" algn="ctr">
              <a:lnSpc>
                <a:spcPct val="100000"/>
              </a:lnSpc>
              <a:spcBef>
                <a:spcPts val="0"/>
              </a:spcBef>
              <a:spcAft>
                <a:spcPts val="0"/>
              </a:spcAft>
              <a:buClr>
                <a:schemeClr val="dk1"/>
              </a:buClr>
              <a:buSzPts val="2400"/>
              <a:buFont typeface="Red Hat Display Medium"/>
              <a:buNone/>
              <a:defRPr sz="2400">
                <a:solidFill>
                  <a:schemeClr val="dk1"/>
                </a:solidFill>
                <a:latin typeface="Red Hat Display Medium"/>
                <a:ea typeface="Red Hat Display Medium"/>
                <a:cs typeface="Red Hat Display Medium"/>
                <a:sym typeface="Red Hat Display Medium"/>
              </a:defRPr>
            </a:lvl7pPr>
            <a:lvl8pPr lvl="7" rtl="0" algn="ctr">
              <a:lnSpc>
                <a:spcPct val="100000"/>
              </a:lnSpc>
              <a:spcBef>
                <a:spcPts val="0"/>
              </a:spcBef>
              <a:spcAft>
                <a:spcPts val="0"/>
              </a:spcAft>
              <a:buClr>
                <a:schemeClr val="dk1"/>
              </a:buClr>
              <a:buSzPts val="2400"/>
              <a:buFont typeface="Red Hat Display Medium"/>
              <a:buNone/>
              <a:defRPr sz="2400">
                <a:solidFill>
                  <a:schemeClr val="dk1"/>
                </a:solidFill>
                <a:latin typeface="Red Hat Display Medium"/>
                <a:ea typeface="Red Hat Display Medium"/>
                <a:cs typeface="Red Hat Display Medium"/>
                <a:sym typeface="Red Hat Display Medium"/>
              </a:defRPr>
            </a:lvl8pPr>
            <a:lvl9pPr lvl="8" rtl="0" algn="ctr">
              <a:lnSpc>
                <a:spcPct val="100000"/>
              </a:lnSpc>
              <a:spcBef>
                <a:spcPts val="0"/>
              </a:spcBef>
              <a:spcAft>
                <a:spcPts val="0"/>
              </a:spcAft>
              <a:buClr>
                <a:schemeClr val="dk1"/>
              </a:buClr>
              <a:buSzPts val="2400"/>
              <a:buFont typeface="Red Hat Display Medium"/>
              <a:buNone/>
              <a:defRPr sz="2400">
                <a:solidFill>
                  <a:schemeClr val="dk1"/>
                </a:solidFill>
                <a:latin typeface="Red Hat Display Medium"/>
                <a:ea typeface="Red Hat Display Medium"/>
                <a:cs typeface="Red Hat Display Medium"/>
                <a:sym typeface="Red Hat Display Medium"/>
              </a:defRPr>
            </a:lvl9pPr>
          </a:lstStyle>
          <a:p/>
        </p:txBody>
      </p:sp>
      <p:sp>
        <p:nvSpPr>
          <p:cNvPr id="313" name="Google Shape;313;p26"/>
          <p:cNvSpPr txBox="1"/>
          <p:nvPr>
            <p:ph idx="2" type="subTitle"/>
          </p:nvPr>
        </p:nvSpPr>
        <p:spPr>
          <a:xfrm>
            <a:off x="4726042" y="3351500"/>
            <a:ext cx="2591100" cy="5007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Red Hat Display Medium"/>
              <a:buNone/>
              <a:defRPr sz="1800">
                <a:solidFill>
                  <a:schemeClr val="dk1"/>
                </a:solidFill>
                <a:latin typeface="Tenor Sans"/>
                <a:ea typeface="Tenor Sans"/>
                <a:cs typeface="Tenor Sans"/>
                <a:sym typeface="Tenor Sans"/>
              </a:defRPr>
            </a:lvl1pPr>
            <a:lvl2pPr lvl="1" rtl="0" algn="ctr">
              <a:lnSpc>
                <a:spcPct val="100000"/>
              </a:lnSpc>
              <a:spcBef>
                <a:spcPts val="0"/>
              </a:spcBef>
              <a:spcAft>
                <a:spcPts val="0"/>
              </a:spcAft>
              <a:buClr>
                <a:schemeClr val="dk1"/>
              </a:buClr>
              <a:buSzPts val="2400"/>
              <a:buFont typeface="Red Hat Display Medium"/>
              <a:buNone/>
              <a:defRPr sz="2400">
                <a:solidFill>
                  <a:schemeClr val="dk1"/>
                </a:solidFill>
                <a:latin typeface="Red Hat Display Medium"/>
                <a:ea typeface="Red Hat Display Medium"/>
                <a:cs typeface="Red Hat Display Medium"/>
                <a:sym typeface="Red Hat Display Medium"/>
              </a:defRPr>
            </a:lvl2pPr>
            <a:lvl3pPr lvl="2" rtl="0" algn="ctr">
              <a:lnSpc>
                <a:spcPct val="100000"/>
              </a:lnSpc>
              <a:spcBef>
                <a:spcPts val="0"/>
              </a:spcBef>
              <a:spcAft>
                <a:spcPts val="0"/>
              </a:spcAft>
              <a:buClr>
                <a:schemeClr val="dk1"/>
              </a:buClr>
              <a:buSzPts val="2400"/>
              <a:buFont typeface="Red Hat Display Medium"/>
              <a:buNone/>
              <a:defRPr sz="2400">
                <a:solidFill>
                  <a:schemeClr val="dk1"/>
                </a:solidFill>
                <a:latin typeface="Red Hat Display Medium"/>
                <a:ea typeface="Red Hat Display Medium"/>
                <a:cs typeface="Red Hat Display Medium"/>
                <a:sym typeface="Red Hat Display Medium"/>
              </a:defRPr>
            </a:lvl3pPr>
            <a:lvl4pPr lvl="3" rtl="0" algn="ctr">
              <a:lnSpc>
                <a:spcPct val="100000"/>
              </a:lnSpc>
              <a:spcBef>
                <a:spcPts val="0"/>
              </a:spcBef>
              <a:spcAft>
                <a:spcPts val="0"/>
              </a:spcAft>
              <a:buClr>
                <a:schemeClr val="dk1"/>
              </a:buClr>
              <a:buSzPts val="2400"/>
              <a:buFont typeface="Red Hat Display Medium"/>
              <a:buNone/>
              <a:defRPr sz="2400">
                <a:solidFill>
                  <a:schemeClr val="dk1"/>
                </a:solidFill>
                <a:latin typeface="Red Hat Display Medium"/>
                <a:ea typeface="Red Hat Display Medium"/>
                <a:cs typeface="Red Hat Display Medium"/>
                <a:sym typeface="Red Hat Display Medium"/>
              </a:defRPr>
            </a:lvl4pPr>
            <a:lvl5pPr lvl="4" rtl="0" algn="ctr">
              <a:lnSpc>
                <a:spcPct val="100000"/>
              </a:lnSpc>
              <a:spcBef>
                <a:spcPts val="0"/>
              </a:spcBef>
              <a:spcAft>
                <a:spcPts val="0"/>
              </a:spcAft>
              <a:buClr>
                <a:schemeClr val="dk1"/>
              </a:buClr>
              <a:buSzPts val="2400"/>
              <a:buFont typeface="Red Hat Display Medium"/>
              <a:buNone/>
              <a:defRPr sz="2400">
                <a:solidFill>
                  <a:schemeClr val="dk1"/>
                </a:solidFill>
                <a:latin typeface="Red Hat Display Medium"/>
                <a:ea typeface="Red Hat Display Medium"/>
                <a:cs typeface="Red Hat Display Medium"/>
                <a:sym typeface="Red Hat Display Medium"/>
              </a:defRPr>
            </a:lvl5pPr>
            <a:lvl6pPr lvl="5" rtl="0" algn="ctr">
              <a:lnSpc>
                <a:spcPct val="100000"/>
              </a:lnSpc>
              <a:spcBef>
                <a:spcPts val="0"/>
              </a:spcBef>
              <a:spcAft>
                <a:spcPts val="0"/>
              </a:spcAft>
              <a:buClr>
                <a:schemeClr val="dk1"/>
              </a:buClr>
              <a:buSzPts val="2400"/>
              <a:buFont typeface="Red Hat Display Medium"/>
              <a:buNone/>
              <a:defRPr sz="2400">
                <a:solidFill>
                  <a:schemeClr val="dk1"/>
                </a:solidFill>
                <a:latin typeface="Red Hat Display Medium"/>
                <a:ea typeface="Red Hat Display Medium"/>
                <a:cs typeface="Red Hat Display Medium"/>
                <a:sym typeface="Red Hat Display Medium"/>
              </a:defRPr>
            </a:lvl6pPr>
            <a:lvl7pPr lvl="6" rtl="0" algn="ctr">
              <a:lnSpc>
                <a:spcPct val="100000"/>
              </a:lnSpc>
              <a:spcBef>
                <a:spcPts val="0"/>
              </a:spcBef>
              <a:spcAft>
                <a:spcPts val="0"/>
              </a:spcAft>
              <a:buClr>
                <a:schemeClr val="dk1"/>
              </a:buClr>
              <a:buSzPts val="2400"/>
              <a:buFont typeface="Red Hat Display Medium"/>
              <a:buNone/>
              <a:defRPr sz="2400">
                <a:solidFill>
                  <a:schemeClr val="dk1"/>
                </a:solidFill>
                <a:latin typeface="Red Hat Display Medium"/>
                <a:ea typeface="Red Hat Display Medium"/>
                <a:cs typeface="Red Hat Display Medium"/>
                <a:sym typeface="Red Hat Display Medium"/>
              </a:defRPr>
            </a:lvl7pPr>
            <a:lvl8pPr lvl="7" rtl="0" algn="ctr">
              <a:lnSpc>
                <a:spcPct val="100000"/>
              </a:lnSpc>
              <a:spcBef>
                <a:spcPts val="0"/>
              </a:spcBef>
              <a:spcAft>
                <a:spcPts val="0"/>
              </a:spcAft>
              <a:buClr>
                <a:schemeClr val="dk1"/>
              </a:buClr>
              <a:buSzPts val="2400"/>
              <a:buFont typeface="Red Hat Display Medium"/>
              <a:buNone/>
              <a:defRPr sz="2400">
                <a:solidFill>
                  <a:schemeClr val="dk1"/>
                </a:solidFill>
                <a:latin typeface="Red Hat Display Medium"/>
                <a:ea typeface="Red Hat Display Medium"/>
                <a:cs typeface="Red Hat Display Medium"/>
                <a:sym typeface="Red Hat Display Medium"/>
              </a:defRPr>
            </a:lvl8pPr>
            <a:lvl9pPr lvl="8" rtl="0" algn="ctr">
              <a:lnSpc>
                <a:spcPct val="100000"/>
              </a:lnSpc>
              <a:spcBef>
                <a:spcPts val="0"/>
              </a:spcBef>
              <a:spcAft>
                <a:spcPts val="0"/>
              </a:spcAft>
              <a:buClr>
                <a:schemeClr val="dk1"/>
              </a:buClr>
              <a:buSzPts val="2400"/>
              <a:buFont typeface="Red Hat Display Medium"/>
              <a:buNone/>
              <a:defRPr sz="2400">
                <a:solidFill>
                  <a:schemeClr val="dk1"/>
                </a:solidFill>
                <a:latin typeface="Red Hat Display Medium"/>
                <a:ea typeface="Red Hat Display Medium"/>
                <a:cs typeface="Red Hat Display Medium"/>
                <a:sym typeface="Red Hat Display Medium"/>
              </a:defRPr>
            </a:lvl9pPr>
          </a:lstStyle>
          <a:p/>
        </p:txBody>
      </p:sp>
      <p:sp>
        <p:nvSpPr>
          <p:cNvPr id="314" name="Google Shape;314;p26"/>
          <p:cNvSpPr txBox="1"/>
          <p:nvPr>
            <p:ph idx="3" type="subTitle"/>
          </p:nvPr>
        </p:nvSpPr>
        <p:spPr>
          <a:xfrm>
            <a:off x="1826862" y="3722464"/>
            <a:ext cx="2591100" cy="6159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315" name="Google Shape;315;p26"/>
          <p:cNvSpPr txBox="1"/>
          <p:nvPr>
            <p:ph idx="4" type="subTitle"/>
          </p:nvPr>
        </p:nvSpPr>
        <p:spPr>
          <a:xfrm>
            <a:off x="4726049" y="3722464"/>
            <a:ext cx="2591100" cy="6159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316" name="Google Shape;316;p26"/>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pic>
        <p:nvPicPr>
          <p:cNvPr id="317" name="Google Shape;317;p26"/>
          <p:cNvPicPr preferRelativeResize="0"/>
          <p:nvPr/>
        </p:nvPicPr>
        <p:blipFill>
          <a:blip r:embed="rId3">
            <a:alphaModFix/>
          </a:blip>
          <a:stretch>
            <a:fillRect/>
          </a:stretch>
        </p:blipFill>
        <p:spPr>
          <a:xfrm flipH="1" rot="-9422014">
            <a:off x="7945192" y="4205898"/>
            <a:ext cx="893238" cy="2248730"/>
          </a:xfrm>
          <a:prstGeom prst="rect">
            <a:avLst/>
          </a:prstGeom>
          <a:noFill/>
          <a:ln>
            <a:noFill/>
          </a:ln>
        </p:spPr>
      </p:pic>
      <p:pic>
        <p:nvPicPr>
          <p:cNvPr id="318" name="Google Shape;318;p26"/>
          <p:cNvPicPr preferRelativeResize="0"/>
          <p:nvPr/>
        </p:nvPicPr>
        <p:blipFill>
          <a:blip r:embed="rId4">
            <a:alphaModFix/>
          </a:blip>
          <a:stretch>
            <a:fillRect/>
          </a:stretch>
        </p:blipFill>
        <p:spPr>
          <a:xfrm flipH="1" rot="1949726">
            <a:off x="-834727" y="3278134"/>
            <a:ext cx="1120952" cy="3526335"/>
          </a:xfrm>
          <a:prstGeom prst="rect">
            <a:avLst/>
          </a:prstGeom>
          <a:noFill/>
          <a:ln>
            <a:noFill/>
          </a:ln>
        </p:spPr>
      </p:pic>
      <p:pic>
        <p:nvPicPr>
          <p:cNvPr id="319" name="Google Shape;319;p26"/>
          <p:cNvPicPr preferRelativeResize="0"/>
          <p:nvPr/>
        </p:nvPicPr>
        <p:blipFill>
          <a:blip r:embed="rId5">
            <a:alphaModFix/>
          </a:blip>
          <a:stretch>
            <a:fillRect/>
          </a:stretch>
        </p:blipFill>
        <p:spPr>
          <a:xfrm flipH="1">
            <a:off x="-919766" y="860789"/>
            <a:ext cx="1476948" cy="1515064"/>
          </a:xfrm>
          <a:prstGeom prst="rect">
            <a:avLst/>
          </a:prstGeom>
          <a:noFill/>
          <a:ln>
            <a:noFill/>
          </a:ln>
        </p:spPr>
      </p:pic>
      <p:pic>
        <p:nvPicPr>
          <p:cNvPr id="320" name="Google Shape;320;p26"/>
          <p:cNvPicPr preferRelativeResize="0"/>
          <p:nvPr/>
        </p:nvPicPr>
        <p:blipFill>
          <a:blip r:embed="rId6">
            <a:alphaModFix/>
          </a:blip>
          <a:stretch>
            <a:fillRect/>
          </a:stretch>
        </p:blipFill>
        <p:spPr>
          <a:xfrm flipH="1" rot="1846097">
            <a:off x="-285129" y="2385598"/>
            <a:ext cx="207681" cy="2104498"/>
          </a:xfrm>
          <a:prstGeom prst="rect">
            <a:avLst/>
          </a:prstGeom>
          <a:noFill/>
          <a:ln>
            <a:noFill/>
          </a:ln>
        </p:spPr>
      </p:pic>
      <p:pic>
        <p:nvPicPr>
          <p:cNvPr id="321" name="Google Shape;321;p26"/>
          <p:cNvPicPr preferRelativeResize="0"/>
          <p:nvPr/>
        </p:nvPicPr>
        <p:blipFill>
          <a:blip r:embed="rId7">
            <a:alphaModFix/>
          </a:blip>
          <a:stretch>
            <a:fillRect/>
          </a:stretch>
        </p:blipFill>
        <p:spPr>
          <a:xfrm flipH="1" rot="-2392916">
            <a:off x="773851" y="4185271"/>
            <a:ext cx="888486" cy="2572748"/>
          </a:xfrm>
          <a:prstGeom prst="rect">
            <a:avLst/>
          </a:prstGeom>
          <a:noFill/>
          <a:ln>
            <a:noFill/>
          </a:ln>
        </p:spPr>
      </p:pic>
      <p:pic>
        <p:nvPicPr>
          <p:cNvPr id="322" name="Google Shape;322;p26"/>
          <p:cNvPicPr preferRelativeResize="0"/>
          <p:nvPr/>
        </p:nvPicPr>
        <p:blipFill>
          <a:blip r:embed="rId8">
            <a:alphaModFix/>
          </a:blip>
          <a:stretch>
            <a:fillRect/>
          </a:stretch>
        </p:blipFill>
        <p:spPr>
          <a:xfrm flipH="1" rot="-4518101">
            <a:off x="8527677" y="3076004"/>
            <a:ext cx="1672286" cy="1920034"/>
          </a:xfrm>
          <a:prstGeom prst="rect">
            <a:avLst/>
          </a:prstGeom>
          <a:noFill/>
          <a:ln>
            <a:noFill/>
          </a:ln>
        </p:spPr>
      </p:pic>
      <p:pic>
        <p:nvPicPr>
          <p:cNvPr id="323" name="Google Shape;323;p26"/>
          <p:cNvPicPr preferRelativeResize="0"/>
          <p:nvPr/>
        </p:nvPicPr>
        <p:blipFill>
          <a:blip r:embed="rId9">
            <a:alphaModFix/>
          </a:blip>
          <a:stretch>
            <a:fillRect/>
          </a:stretch>
        </p:blipFill>
        <p:spPr>
          <a:xfrm flipH="1">
            <a:off x="8423998" y="919775"/>
            <a:ext cx="1615100" cy="1949066"/>
          </a:xfrm>
          <a:prstGeom prst="rect">
            <a:avLst/>
          </a:prstGeom>
          <a:noFill/>
          <a:ln>
            <a:noFill/>
          </a:ln>
        </p:spPr>
      </p:pic>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BLANK_1_1_1_2">
    <p:spTree>
      <p:nvGrpSpPr>
        <p:cNvPr id="324" name="Shape 324"/>
        <p:cNvGrpSpPr/>
        <p:nvPr/>
      </p:nvGrpSpPr>
      <p:grpSpPr>
        <a:xfrm>
          <a:off x="0" y="0"/>
          <a:ext cx="0" cy="0"/>
          <a:chOff x="0" y="0"/>
          <a:chExt cx="0" cy="0"/>
        </a:xfrm>
      </p:grpSpPr>
      <p:pic>
        <p:nvPicPr>
          <p:cNvPr id="325" name="Google Shape;325;p27"/>
          <p:cNvPicPr preferRelativeResize="0"/>
          <p:nvPr/>
        </p:nvPicPr>
        <p:blipFill>
          <a:blip r:embed="rId2">
            <a:alphaModFix/>
          </a:blip>
          <a:stretch>
            <a:fillRect/>
          </a:stretch>
        </p:blipFill>
        <p:spPr>
          <a:xfrm>
            <a:off x="0" y="-41675"/>
            <a:ext cx="9144003" cy="5143501"/>
          </a:xfrm>
          <a:prstGeom prst="rect">
            <a:avLst/>
          </a:prstGeom>
          <a:noFill/>
          <a:ln>
            <a:noFill/>
          </a:ln>
        </p:spPr>
      </p:pic>
      <p:sp>
        <p:nvSpPr>
          <p:cNvPr id="326" name="Google Shape;326;p27"/>
          <p:cNvSpPr txBox="1"/>
          <p:nvPr>
            <p:ph idx="1" type="subTitle"/>
          </p:nvPr>
        </p:nvSpPr>
        <p:spPr>
          <a:xfrm>
            <a:off x="1024800" y="2633775"/>
            <a:ext cx="2336400" cy="484800"/>
          </a:xfrm>
          <a:prstGeom prst="rect">
            <a:avLst/>
          </a:prstGeom>
          <a:ln>
            <a:noFill/>
          </a:ln>
        </p:spPr>
        <p:txBody>
          <a:bodyPr anchorCtr="0" anchor="b"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Red Hat Display Medium"/>
              <a:buNone/>
              <a:defRPr sz="1800">
                <a:solidFill>
                  <a:schemeClr val="dk1"/>
                </a:solidFill>
                <a:latin typeface="Tenor Sans"/>
                <a:ea typeface="Tenor Sans"/>
                <a:cs typeface="Tenor Sans"/>
                <a:sym typeface="Tenor Sans"/>
              </a:defRPr>
            </a:lvl1pPr>
            <a:lvl2pPr lvl="1" rtl="0" algn="ctr">
              <a:lnSpc>
                <a:spcPct val="100000"/>
              </a:lnSpc>
              <a:spcBef>
                <a:spcPts val="0"/>
              </a:spcBef>
              <a:spcAft>
                <a:spcPts val="0"/>
              </a:spcAft>
              <a:buClr>
                <a:schemeClr val="dk1"/>
              </a:buClr>
              <a:buSzPts val="2400"/>
              <a:buFont typeface="Red Hat Display Medium"/>
              <a:buNone/>
              <a:defRPr sz="2400">
                <a:solidFill>
                  <a:schemeClr val="dk1"/>
                </a:solidFill>
                <a:latin typeface="Red Hat Display Medium"/>
                <a:ea typeface="Red Hat Display Medium"/>
                <a:cs typeface="Red Hat Display Medium"/>
                <a:sym typeface="Red Hat Display Medium"/>
              </a:defRPr>
            </a:lvl2pPr>
            <a:lvl3pPr lvl="2" rtl="0" algn="ctr">
              <a:lnSpc>
                <a:spcPct val="100000"/>
              </a:lnSpc>
              <a:spcBef>
                <a:spcPts val="0"/>
              </a:spcBef>
              <a:spcAft>
                <a:spcPts val="0"/>
              </a:spcAft>
              <a:buClr>
                <a:schemeClr val="dk1"/>
              </a:buClr>
              <a:buSzPts val="2400"/>
              <a:buFont typeface="Red Hat Display Medium"/>
              <a:buNone/>
              <a:defRPr sz="2400">
                <a:solidFill>
                  <a:schemeClr val="dk1"/>
                </a:solidFill>
                <a:latin typeface="Red Hat Display Medium"/>
                <a:ea typeface="Red Hat Display Medium"/>
                <a:cs typeface="Red Hat Display Medium"/>
                <a:sym typeface="Red Hat Display Medium"/>
              </a:defRPr>
            </a:lvl3pPr>
            <a:lvl4pPr lvl="3" rtl="0" algn="ctr">
              <a:lnSpc>
                <a:spcPct val="100000"/>
              </a:lnSpc>
              <a:spcBef>
                <a:spcPts val="0"/>
              </a:spcBef>
              <a:spcAft>
                <a:spcPts val="0"/>
              </a:spcAft>
              <a:buClr>
                <a:schemeClr val="dk1"/>
              </a:buClr>
              <a:buSzPts val="2400"/>
              <a:buFont typeface="Red Hat Display Medium"/>
              <a:buNone/>
              <a:defRPr sz="2400">
                <a:solidFill>
                  <a:schemeClr val="dk1"/>
                </a:solidFill>
                <a:latin typeface="Red Hat Display Medium"/>
                <a:ea typeface="Red Hat Display Medium"/>
                <a:cs typeface="Red Hat Display Medium"/>
                <a:sym typeface="Red Hat Display Medium"/>
              </a:defRPr>
            </a:lvl4pPr>
            <a:lvl5pPr lvl="4" rtl="0" algn="ctr">
              <a:lnSpc>
                <a:spcPct val="100000"/>
              </a:lnSpc>
              <a:spcBef>
                <a:spcPts val="0"/>
              </a:spcBef>
              <a:spcAft>
                <a:spcPts val="0"/>
              </a:spcAft>
              <a:buClr>
                <a:schemeClr val="dk1"/>
              </a:buClr>
              <a:buSzPts val="2400"/>
              <a:buFont typeface="Red Hat Display Medium"/>
              <a:buNone/>
              <a:defRPr sz="2400">
                <a:solidFill>
                  <a:schemeClr val="dk1"/>
                </a:solidFill>
                <a:latin typeface="Red Hat Display Medium"/>
                <a:ea typeface="Red Hat Display Medium"/>
                <a:cs typeface="Red Hat Display Medium"/>
                <a:sym typeface="Red Hat Display Medium"/>
              </a:defRPr>
            </a:lvl5pPr>
            <a:lvl6pPr lvl="5" rtl="0" algn="ctr">
              <a:lnSpc>
                <a:spcPct val="100000"/>
              </a:lnSpc>
              <a:spcBef>
                <a:spcPts val="0"/>
              </a:spcBef>
              <a:spcAft>
                <a:spcPts val="0"/>
              </a:spcAft>
              <a:buClr>
                <a:schemeClr val="dk1"/>
              </a:buClr>
              <a:buSzPts val="2400"/>
              <a:buFont typeface="Red Hat Display Medium"/>
              <a:buNone/>
              <a:defRPr sz="2400">
                <a:solidFill>
                  <a:schemeClr val="dk1"/>
                </a:solidFill>
                <a:latin typeface="Red Hat Display Medium"/>
                <a:ea typeface="Red Hat Display Medium"/>
                <a:cs typeface="Red Hat Display Medium"/>
                <a:sym typeface="Red Hat Display Medium"/>
              </a:defRPr>
            </a:lvl6pPr>
            <a:lvl7pPr lvl="6" rtl="0" algn="ctr">
              <a:lnSpc>
                <a:spcPct val="100000"/>
              </a:lnSpc>
              <a:spcBef>
                <a:spcPts val="0"/>
              </a:spcBef>
              <a:spcAft>
                <a:spcPts val="0"/>
              </a:spcAft>
              <a:buClr>
                <a:schemeClr val="dk1"/>
              </a:buClr>
              <a:buSzPts val="2400"/>
              <a:buFont typeface="Red Hat Display Medium"/>
              <a:buNone/>
              <a:defRPr sz="2400">
                <a:solidFill>
                  <a:schemeClr val="dk1"/>
                </a:solidFill>
                <a:latin typeface="Red Hat Display Medium"/>
                <a:ea typeface="Red Hat Display Medium"/>
                <a:cs typeface="Red Hat Display Medium"/>
                <a:sym typeface="Red Hat Display Medium"/>
              </a:defRPr>
            </a:lvl7pPr>
            <a:lvl8pPr lvl="7" rtl="0" algn="ctr">
              <a:lnSpc>
                <a:spcPct val="100000"/>
              </a:lnSpc>
              <a:spcBef>
                <a:spcPts val="0"/>
              </a:spcBef>
              <a:spcAft>
                <a:spcPts val="0"/>
              </a:spcAft>
              <a:buClr>
                <a:schemeClr val="dk1"/>
              </a:buClr>
              <a:buSzPts val="2400"/>
              <a:buFont typeface="Red Hat Display Medium"/>
              <a:buNone/>
              <a:defRPr sz="2400">
                <a:solidFill>
                  <a:schemeClr val="dk1"/>
                </a:solidFill>
                <a:latin typeface="Red Hat Display Medium"/>
                <a:ea typeface="Red Hat Display Medium"/>
                <a:cs typeface="Red Hat Display Medium"/>
                <a:sym typeface="Red Hat Display Medium"/>
              </a:defRPr>
            </a:lvl8pPr>
            <a:lvl9pPr lvl="8" rtl="0" algn="ctr">
              <a:lnSpc>
                <a:spcPct val="100000"/>
              </a:lnSpc>
              <a:spcBef>
                <a:spcPts val="0"/>
              </a:spcBef>
              <a:spcAft>
                <a:spcPts val="0"/>
              </a:spcAft>
              <a:buClr>
                <a:schemeClr val="dk1"/>
              </a:buClr>
              <a:buSzPts val="2400"/>
              <a:buFont typeface="Red Hat Display Medium"/>
              <a:buNone/>
              <a:defRPr sz="2400">
                <a:solidFill>
                  <a:schemeClr val="dk1"/>
                </a:solidFill>
                <a:latin typeface="Red Hat Display Medium"/>
                <a:ea typeface="Red Hat Display Medium"/>
                <a:cs typeface="Red Hat Display Medium"/>
                <a:sym typeface="Red Hat Display Medium"/>
              </a:defRPr>
            </a:lvl9pPr>
          </a:lstStyle>
          <a:p/>
        </p:txBody>
      </p:sp>
      <p:sp>
        <p:nvSpPr>
          <p:cNvPr id="327" name="Google Shape;327;p27"/>
          <p:cNvSpPr txBox="1"/>
          <p:nvPr>
            <p:ph idx="2" type="subTitle"/>
          </p:nvPr>
        </p:nvSpPr>
        <p:spPr>
          <a:xfrm>
            <a:off x="1024800" y="3042374"/>
            <a:ext cx="2336400" cy="7650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328" name="Google Shape;328;p27"/>
          <p:cNvSpPr txBox="1"/>
          <p:nvPr>
            <p:ph idx="3" type="subTitle"/>
          </p:nvPr>
        </p:nvSpPr>
        <p:spPr>
          <a:xfrm>
            <a:off x="3403800" y="1973324"/>
            <a:ext cx="2336400" cy="7650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329" name="Google Shape;329;p27"/>
          <p:cNvSpPr txBox="1"/>
          <p:nvPr>
            <p:ph idx="4" type="subTitle"/>
          </p:nvPr>
        </p:nvSpPr>
        <p:spPr>
          <a:xfrm>
            <a:off x="5782800" y="3042374"/>
            <a:ext cx="2336400" cy="7650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330" name="Google Shape;330;p27"/>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331" name="Google Shape;331;p27"/>
          <p:cNvSpPr txBox="1"/>
          <p:nvPr>
            <p:ph idx="5" type="subTitle"/>
          </p:nvPr>
        </p:nvSpPr>
        <p:spPr>
          <a:xfrm>
            <a:off x="3403800" y="1564725"/>
            <a:ext cx="2336400" cy="484800"/>
          </a:xfrm>
          <a:prstGeom prst="rect">
            <a:avLst/>
          </a:prstGeom>
          <a:ln>
            <a:noFill/>
          </a:ln>
        </p:spPr>
        <p:txBody>
          <a:bodyPr anchorCtr="0" anchor="b"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Red Hat Display Medium"/>
              <a:buNone/>
              <a:defRPr sz="1800">
                <a:solidFill>
                  <a:schemeClr val="dk1"/>
                </a:solidFill>
                <a:latin typeface="Tenor Sans"/>
                <a:ea typeface="Tenor Sans"/>
                <a:cs typeface="Tenor Sans"/>
                <a:sym typeface="Tenor Sans"/>
              </a:defRPr>
            </a:lvl1pPr>
            <a:lvl2pPr lvl="1" rtl="0" algn="ctr">
              <a:lnSpc>
                <a:spcPct val="100000"/>
              </a:lnSpc>
              <a:spcBef>
                <a:spcPts val="0"/>
              </a:spcBef>
              <a:spcAft>
                <a:spcPts val="0"/>
              </a:spcAft>
              <a:buClr>
                <a:schemeClr val="dk1"/>
              </a:buClr>
              <a:buSzPts val="2400"/>
              <a:buFont typeface="Red Hat Display Medium"/>
              <a:buNone/>
              <a:defRPr sz="2400">
                <a:solidFill>
                  <a:schemeClr val="dk1"/>
                </a:solidFill>
                <a:latin typeface="Red Hat Display Medium"/>
                <a:ea typeface="Red Hat Display Medium"/>
                <a:cs typeface="Red Hat Display Medium"/>
                <a:sym typeface="Red Hat Display Medium"/>
              </a:defRPr>
            </a:lvl2pPr>
            <a:lvl3pPr lvl="2" rtl="0" algn="ctr">
              <a:lnSpc>
                <a:spcPct val="100000"/>
              </a:lnSpc>
              <a:spcBef>
                <a:spcPts val="0"/>
              </a:spcBef>
              <a:spcAft>
                <a:spcPts val="0"/>
              </a:spcAft>
              <a:buClr>
                <a:schemeClr val="dk1"/>
              </a:buClr>
              <a:buSzPts val="2400"/>
              <a:buFont typeface="Red Hat Display Medium"/>
              <a:buNone/>
              <a:defRPr sz="2400">
                <a:solidFill>
                  <a:schemeClr val="dk1"/>
                </a:solidFill>
                <a:latin typeface="Red Hat Display Medium"/>
                <a:ea typeface="Red Hat Display Medium"/>
                <a:cs typeface="Red Hat Display Medium"/>
                <a:sym typeface="Red Hat Display Medium"/>
              </a:defRPr>
            </a:lvl3pPr>
            <a:lvl4pPr lvl="3" rtl="0" algn="ctr">
              <a:lnSpc>
                <a:spcPct val="100000"/>
              </a:lnSpc>
              <a:spcBef>
                <a:spcPts val="0"/>
              </a:spcBef>
              <a:spcAft>
                <a:spcPts val="0"/>
              </a:spcAft>
              <a:buClr>
                <a:schemeClr val="dk1"/>
              </a:buClr>
              <a:buSzPts val="2400"/>
              <a:buFont typeface="Red Hat Display Medium"/>
              <a:buNone/>
              <a:defRPr sz="2400">
                <a:solidFill>
                  <a:schemeClr val="dk1"/>
                </a:solidFill>
                <a:latin typeface="Red Hat Display Medium"/>
                <a:ea typeface="Red Hat Display Medium"/>
                <a:cs typeface="Red Hat Display Medium"/>
                <a:sym typeface="Red Hat Display Medium"/>
              </a:defRPr>
            </a:lvl4pPr>
            <a:lvl5pPr lvl="4" rtl="0" algn="ctr">
              <a:lnSpc>
                <a:spcPct val="100000"/>
              </a:lnSpc>
              <a:spcBef>
                <a:spcPts val="0"/>
              </a:spcBef>
              <a:spcAft>
                <a:spcPts val="0"/>
              </a:spcAft>
              <a:buClr>
                <a:schemeClr val="dk1"/>
              </a:buClr>
              <a:buSzPts val="2400"/>
              <a:buFont typeface="Red Hat Display Medium"/>
              <a:buNone/>
              <a:defRPr sz="2400">
                <a:solidFill>
                  <a:schemeClr val="dk1"/>
                </a:solidFill>
                <a:latin typeface="Red Hat Display Medium"/>
                <a:ea typeface="Red Hat Display Medium"/>
                <a:cs typeface="Red Hat Display Medium"/>
                <a:sym typeface="Red Hat Display Medium"/>
              </a:defRPr>
            </a:lvl5pPr>
            <a:lvl6pPr lvl="5" rtl="0" algn="ctr">
              <a:lnSpc>
                <a:spcPct val="100000"/>
              </a:lnSpc>
              <a:spcBef>
                <a:spcPts val="0"/>
              </a:spcBef>
              <a:spcAft>
                <a:spcPts val="0"/>
              </a:spcAft>
              <a:buClr>
                <a:schemeClr val="dk1"/>
              </a:buClr>
              <a:buSzPts val="2400"/>
              <a:buFont typeface="Red Hat Display Medium"/>
              <a:buNone/>
              <a:defRPr sz="2400">
                <a:solidFill>
                  <a:schemeClr val="dk1"/>
                </a:solidFill>
                <a:latin typeface="Red Hat Display Medium"/>
                <a:ea typeface="Red Hat Display Medium"/>
                <a:cs typeface="Red Hat Display Medium"/>
                <a:sym typeface="Red Hat Display Medium"/>
              </a:defRPr>
            </a:lvl6pPr>
            <a:lvl7pPr lvl="6" rtl="0" algn="ctr">
              <a:lnSpc>
                <a:spcPct val="100000"/>
              </a:lnSpc>
              <a:spcBef>
                <a:spcPts val="0"/>
              </a:spcBef>
              <a:spcAft>
                <a:spcPts val="0"/>
              </a:spcAft>
              <a:buClr>
                <a:schemeClr val="dk1"/>
              </a:buClr>
              <a:buSzPts val="2400"/>
              <a:buFont typeface="Red Hat Display Medium"/>
              <a:buNone/>
              <a:defRPr sz="2400">
                <a:solidFill>
                  <a:schemeClr val="dk1"/>
                </a:solidFill>
                <a:latin typeface="Red Hat Display Medium"/>
                <a:ea typeface="Red Hat Display Medium"/>
                <a:cs typeface="Red Hat Display Medium"/>
                <a:sym typeface="Red Hat Display Medium"/>
              </a:defRPr>
            </a:lvl7pPr>
            <a:lvl8pPr lvl="7" rtl="0" algn="ctr">
              <a:lnSpc>
                <a:spcPct val="100000"/>
              </a:lnSpc>
              <a:spcBef>
                <a:spcPts val="0"/>
              </a:spcBef>
              <a:spcAft>
                <a:spcPts val="0"/>
              </a:spcAft>
              <a:buClr>
                <a:schemeClr val="dk1"/>
              </a:buClr>
              <a:buSzPts val="2400"/>
              <a:buFont typeface="Red Hat Display Medium"/>
              <a:buNone/>
              <a:defRPr sz="2400">
                <a:solidFill>
                  <a:schemeClr val="dk1"/>
                </a:solidFill>
                <a:latin typeface="Red Hat Display Medium"/>
                <a:ea typeface="Red Hat Display Medium"/>
                <a:cs typeface="Red Hat Display Medium"/>
                <a:sym typeface="Red Hat Display Medium"/>
              </a:defRPr>
            </a:lvl8pPr>
            <a:lvl9pPr lvl="8" rtl="0" algn="ctr">
              <a:lnSpc>
                <a:spcPct val="100000"/>
              </a:lnSpc>
              <a:spcBef>
                <a:spcPts val="0"/>
              </a:spcBef>
              <a:spcAft>
                <a:spcPts val="0"/>
              </a:spcAft>
              <a:buClr>
                <a:schemeClr val="dk1"/>
              </a:buClr>
              <a:buSzPts val="2400"/>
              <a:buFont typeface="Red Hat Display Medium"/>
              <a:buNone/>
              <a:defRPr sz="2400">
                <a:solidFill>
                  <a:schemeClr val="dk1"/>
                </a:solidFill>
                <a:latin typeface="Red Hat Display Medium"/>
                <a:ea typeface="Red Hat Display Medium"/>
                <a:cs typeface="Red Hat Display Medium"/>
                <a:sym typeface="Red Hat Display Medium"/>
              </a:defRPr>
            </a:lvl9pPr>
          </a:lstStyle>
          <a:p/>
        </p:txBody>
      </p:sp>
      <p:sp>
        <p:nvSpPr>
          <p:cNvPr id="332" name="Google Shape;332;p27"/>
          <p:cNvSpPr txBox="1"/>
          <p:nvPr>
            <p:ph idx="6" type="subTitle"/>
          </p:nvPr>
        </p:nvSpPr>
        <p:spPr>
          <a:xfrm>
            <a:off x="5782800" y="2633775"/>
            <a:ext cx="2336400" cy="484800"/>
          </a:xfrm>
          <a:prstGeom prst="rect">
            <a:avLst/>
          </a:prstGeom>
          <a:ln>
            <a:noFill/>
          </a:ln>
        </p:spPr>
        <p:txBody>
          <a:bodyPr anchorCtr="0" anchor="b"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Red Hat Display Medium"/>
              <a:buNone/>
              <a:defRPr sz="1800">
                <a:solidFill>
                  <a:schemeClr val="dk1"/>
                </a:solidFill>
                <a:latin typeface="Tenor Sans"/>
                <a:ea typeface="Tenor Sans"/>
                <a:cs typeface="Tenor Sans"/>
                <a:sym typeface="Tenor Sans"/>
              </a:defRPr>
            </a:lvl1pPr>
            <a:lvl2pPr lvl="1" rtl="0" algn="ctr">
              <a:lnSpc>
                <a:spcPct val="100000"/>
              </a:lnSpc>
              <a:spcBef>
                <a:spcPts val="0"/>
              </a:spcBef>
              <a:spcAft>
                <a:spcPts val="0"/>
              </a:spcAft>
              <a:buClr>
                <a:schemeClr val="dk1"/>
              </a:buClr>
              <a:buSzPts val="2400"/>
              <a:buFont typeface="Red Hat Display Medium"/>
              <a:buNone/>
              <a:defRPr sz="2400">
                <a:solidFill>
                  <a:schemeClr val="dk1"/>
                </a:solidFill>
                <a:latin typeface="Red Hat Display Medium"/>
                <a:ea typeface="Red Hat Display Medium"/>
                <a:cs typeface="Red Hat Display Medium"/>
                <a:sym typeface="Red Hat Display Medium"/>
              </a:defRPr>
            </a:lvl2pPr>
            <a:lvl3pPr lvl="2" rtl="0" algn="ctr">
              <a:lnSpc>
                <a:spcPct val="100000"/>
              </a:lnSpc>
              <a:spcBef>
                <a:spcPts val="0"/>
              </a:spcBef>
              <a:spcAft>
                <a:spcPts val="0"/>
              </a:spcAft>
              <a:buClr>
                <a:schemeClr val="dk1"/>
              </a:buClr>
              <a:buSzPts val="2400"/>
              <a:buFont typeface="Red Hat Display Medium"/>
              <a:buNone/>
              <a:defRPr sz="2400">
                <a:solidFill>
                  <a:schemeClr val="dk1"/>
                </a:solidFill>
                <a:latin typeface="Red Hat Display Medium"/>
                <a:ea typeface="Red Hat Display Medium"/>
                <a:cs typeface="Red Hat Display Medium"/>
                <a:sym typeface="Red Hat Display Medium"/>
              </a:defRPr>
            </a:lvl3pPr>
            <a:lvl4pPr lvl="3" rtl="0" algn="ctr">
              <a:lnSpc>
                <a:spcPct val="100000"/>
              </a:lnSpc>
              <a:spcBef>
                <a:spcPts val="0"/>
              </a:spcBef>
              <a:spcAft>
                <a:spcPts val="0"/>
              </a:spcAft>
              <a:buClr>
                <a:schemeClr val="dk1"/>
              </a:buClr>
              <a:buSzPts val="2400"/>
              <a:buFont typeface="Red Hat Display Medium"/>
              <a:buNone/>
              <a:defRPr sz="2400">
                <a:solidFill>
                  <a:schemeClr val="dk1"/>
                </a:solidFill>
                <a:latin typeface="Red Hat Display Medium"/>
                <a:ea typeface="Red Hat Display Medium"/>
                <a:cs typeface="Red Hat Display Medium"/>
                <a:sym typeface="Red Hat Display Medium"/>
              </a:defRPr>
            </a:lvl4pPr>
            <a:lvl5pPr lvl="4" rtl="0" algn="ctr">
              <a:lnSpc>
                <a:spcPct val="100000"/>
              </a:lnSpc>
              <a:spcBef>
                <a:spcPts val="0"/>
              </a:spcBef>
              <a:spcAft>
                <a:spcPts val="0"/>
              </a:spcAft>
              <a:buClr>
                <a:schemeClr val="dk1"/>
              </a:buClr>
              <a:buSzPts val="2400"/>
              <a:buFont typeface="Red Hat Display Medium"/>
              <a:buNone/>
              <a:defRPr sz="2400">
                <a:solidFill>
                  <a:schemeClr val="dk1"/>
                </a:solidFill>
                <a:latin typeface="Red Hat Display Medium"/>
                <a:ea typeface="Red Hat Display Medium"/>
                <a:cs typeface="Red Hat Display Medium"/>
                <a:sym typeface="Red Hat Display Medium"/>
              </a:defRPr>
            </a:lvl5pPr>
            <a:lvl6pPr lvl="5" rtl="0" algn="ctr">
              <a:lnSpc>
                <a:spcPct val="100000"/>
              </a:lnSpc>
              <a:spcBef>
                <a:spcPts val="0"/>
              </a:spcBef>
              <a:spcAft>
                <a:spcPts val="0"/>
              </a:spcAft>
              <a:buClr>
                <a:schemeClr val="dk1"/>
              </a:buClr>
              <a:buSzPts val="2400"/>
              <a:buFont typeface="Red Hat Display Medium"/>
              <a:buNone/>
              <a:defRPr sz="2400">
                <a:solidFill>
                  <a:schemeClr val="dk1"/>
                </a:solidFill>
                <a:latin typeface="Red Hat Display Medium"/>
                <a:ea typeface="Red Hat Display Medium"/>
                <a:cs typeface="Red Hat Display Medium"/>
                <a:sym typeface="Red Hat Display Medium"/>
              </a:defRPr>
            </a:lvl6pPr>
            <a:lvl7pPr lvl="6" rtl="0" algn="ctr">
              <a:lnSpc>
                <a:spcPct val="100000"/>
              </a:lnSpc>
              <a:spcBef>
                <a:spcPts val="0"/>
              </a:spcBef>
              <a:spcAft>
                <a:spcPts val="0"/>
              </a:spcAft>
              <a:buClr>
                <a:schemeClr val="dk1"/>
              </a:buClr>
              <a:buSzPts val="2400"/>
              <a:buFont typeface="Red Hat Display Medium"/>
              <a:buNone/>
              <a:defRPr sz="2400">
                <a:solidFill>
                  <a:schemeClr val="dk1"/>
                </a:solidFill>
                <a:latin typeface="Red Hat Display Medium"/>
                <a:ea typeface="Red Hat Display Medium"/>
                <a:cs typeface="Red Hat Display Medium"/>
                <a:sym typeface="Red Hat Display Medium"/>
              </a:defRPr>
            </a:lvl7pPr>
            <a:lvl8pPr lvl="7" rtl="0" algn="ctr">
              <a:lnSpc>
                <a:spcPct val="100000"/>
              </a:lnSpc>
              <a:spcBef>
                <a:spcPts val="0"/>
              </a:spcBef>
              <a:spcAft>
                <a:spcPts val="0"/>
              </a:spcAft>
              <a:buClr>
                <a:schemeClr val="dk1"/>
              </a:buClr>
              <a:buSzPts val="2400"/>
              <a:buFont typeface="Red Hat Display Medium"/>
              <a:buNone/>
              <a:defRPr sz="2400">
                <a:solidFill>
                  <a:schemeClr val="dk1"/>
                </a:solidFill>
                <a:latin typeface="Red Hat Display Medium"/>
                <a:ea typeface="Red Hat Display Medium"/>
                <a:cs typeface="Red Hat Display Medium"/>
                <a:sym typeface="Red Hat Display Medium"/>
              </a:defRPr>
            </a:lvl8pPr>
            <a:lvl9pPr lvl="8" rtl="0" algn="ctr">
              <a:lnSpc>
                <a:spcPct val="100000"/>
              </a:lnSpc>
              <a:spcBef>
                <a:spcPts val="0"/>
              </a:spcBef>
              <a:spcAft>
                <a:spcPts val="0"/>
              </a:spcAft>
              <a:buClr>
                <a:schemeClr val="dk1"/>
              </a:buClr>
              <a:buSzPts val="2400"/>
              <a:buFont typeface="Red Hat Display Medium"/>
              <a:buNone/>
              <a:defRPr sz="2400">
                <a:solidFill>
                  <a:schemeClr val="dk1"/>
                </a:solidFill>
                <a:latin typeface="Red Hat Display Medium"/>
                <a:ea typeface="Red Hat Display Medium"/>
                <a:cs typeface="Red Hat Display Medium"/>
                <a:sym typeface="Red Hat Display Medium"/>
              </a:defRPr>
            </a:lvl9pPr>
          </a:lstStyle>
          <a:p/>
        </p:txBody>
      </p:sp>
      <p:pic>
        <p:nvPicPr>
          <p:cNvPr id="333" name="Google Shape;333;p27"/>
          <p:cNvPicPr preferRelativeResize="0"/>
          <p:nvPr/>
        </p:nvPicPr>
        <p:blipFill>
          <a:blip r:embed="rId3">
            <a:alphaModFix/>
          </a:blip>
          <a:stretch>
            <a:fillRect/>
          </a:stretch>
        </p:blipFill>
        <p:spPr>
          <a:xfrm rot="9313635">
            <a:off x="8691106" y="2083800"/>
            <a:ext cx="924283" cy="2326864"/>
          </a:xfrm>
          <a:prstGeom prst="rect">
            <a:avLst/>
          </a:prstGeom>
          <a:noFill/>
          <a:ln>
            <a:noFill/>
          </a:ln>
        </p:spPr>
      </p:pic>
      <p:pic>
        <p:nvPicPr>
          <p:cNvPr id="334" name="Google Shape;334;p27"/>
          <p:cNvPicPr preferRelativeResize="0"/>
          <p:nvPr/>
        </p:nvPicPr>
        <p:blipFill>
          <a:blip r:embed="rId4">
            <a:alphaModFix/>
          </a:blip>
          <a:stretch>
            <a:fillRect/>
          </a:stretch>
        </p:blipFill>
        <p:spPr>
          <a:xfrm rot="1599092">
            <a:off x="-583989" y="424848"/>
            <a:ext cx="281748" cy="3263154"/>
          </a:xfrm>
          <a:prstGeom prst="rect">
            <a:avLst/>
          </a:prstGeom>
          <a:noFill/>
          <a:ln>
            <a:noFill/>
          </a:ln>
        </p:spPr>
      </p:pic>
      <p:pic>
        <p:nvPicPr>
          <p:cNvPr id="335" name="Google Shape;335;p27"/>
          <p:cNvPicPr preferRelativeResize="0"/>
          <p:nvPr/>
        </p:nvPicPr>
        <p:blipFill>
          <a:blip r:embed="rId5">
            <a:alphaModFix/>
          </a:blip>
          <a:stretch>
            <a:fillRect/>
          </a:stretch>
        </p:blipFill>
        <p:spPr>
          <a:xfrm rot="-1762862">
            <a:off x="8673451" y="3440037"/>
            <a:ext cx="793450" cy="1247775"/>
          </a:xfrm>
          <a:prstGeom prst="rect">
            <a:avLst/>
          </a:prstGeom>
          <a:noFill/>
          <a:ln>
            <a:noFill/>
          </a:ln>
        </p:spPr>
      </p:pic>
      <p:pic>
        <p:nvPicPr>
          <p:cNvPr id="336" name="Google Shape;336;p27"/>
          <p:cNvPicPr preferRelativeResize="0"/>
          <p:nvPr/>
        </p:nvPicPr>
        <p:blipFill>
          <a:blip r:embed="rId6">
            <a:alphaModFix/>
          </a:blip>
          <a:stretch>
            <a:fillRect/>
          </a:stretch>
        </p:blipFill>
        <p:spPr>
          <a:xfrm rot="-3470458">
            <a:off x="-1713409" y="2548196"/>
            <a:ext cx="2927147" cy="1120450"/>
          </a:xfrm>
          <a:prstGeom prst="rect">
            <a:avLst/>
          </a:prstGeom>
          <a:noFill/>
          <a:ln>
            <a:noFill/>
          </a:ln>
        </p:spPr>
      </p:pic>
      <p:pic>
        <p:nvPicPr>
          <p:cNvPr id="337" name="Google Shape;337;p27"/>
          <p:cNvPicPr preferRelativeResize="0"/>
          <p:nvPr/>
        </p:nvPicPr>
        <p:blipFill>
          <a:blip r:embed="rId7">
            <a:alphaModFix/>
          </a:blip>
          <a:stretch>
            <a:fillRect/>
          </a:stretch>
        </p:blipFill>
        <p:spPr>
          <a:xfrm rot="1366062">
            <a:off x="-190699" y="2866845"/>
            <a:ext cx="268274" cy="2718458"/>
          </a:xfrm>
          <a:prstGeom prst="rect">
            <a:avLst/>
          </a:prstGeom>
          <a:noFill/>
          <a:ln>
            <a:noFill/>
          </a:ln>
        </p:spPr>
      </p:pic>
      <p:pic>
        <p:nvPicPr>
          <p:cNvPr id="338" name="Google Shape;338;p27"/>
          <p:cNvPicPr preferRelativeResize="0"/>
          <p:nvPr/>
        </p:nvPicPr>
        <p:blipFill>
          <a:blip r:embed="rId8">
            <a:alphaModFix/>
          </a:blip>
          <a:stretch>
            <a:fillRect/>
          </a:stretch>
        </p:blipFill>
        <p:spPr>
          <a:xfrm flipH="1">
            <a:off x="7645062" y="4295494"/>
            <a:ext cx="1248100" cy="1421138"/>
          </a:xfrm>
          <a:prstGeom prst="rect">
            <a:avLst/>
          </a:prstGeom>
          <a:noFill/>
          <a:ln>
            <a:noFill/>
          </a:ln>
        </p:spPr>
      </p:pic>
      <p:pic>
        <p:nvPicPr>
          <p:cNvPr id="339" name="Google Shape;339;p27"/>
          <p:cNvPicPr preferRelativeResize="0"/>
          <p:nvPr/>
        </p:nvPicPr>
        <p:blipFill>
          <a:blip r:embed="rId9">
            <a:alphaModFix/>
          </a:blip>
          <a:stretch>
            <a:fillRect/>
          </a:stretch>
        </p:blipFill>
        <p:spPr>
          <a:xfrm flipH="1" rot="1209382">
            <a:off x="-180059" y="3921404"/>
            <a:ext cx="218545" cy="2771838"/>
          </a:xfrm>
          <a:prstGeom prst="rect">
            <a:avLst/>
          </a:prstGeom>
          <a:noFill/>
          <a:ln>
            <a:noFill/>
          </a:ln>
        </p:spPr>
      </p:pic>
      <p:pic>
        <p:nvPicPr>
          <p:cNvPr id="340" name="Google Shape;340;p27"/>
          <p:cNvPicPr preferRelativeResize="0"/>
          <p:nvPr/>
        </p:nvPicPr>
        <p:blipFill>
          <a:blip r:embed="rId10">
            <a:alphaModFix/>
          </a:blip>
          <a:stretch>
            <a:fillRect/>
          </a:stretch>
        </p:blipFill>
        <p:spPr>
          <a:xfrm flipH="1" rot="644089">
            <a:off x="8256422" y="1102420"/>
            <a:ext cx="1538432" cy="1751983"/>
          </a:xfrm>
          <a:prstGeom prst="rect">
            <a:avLst/>
          </a:prstGeom>
          <a:noFill/>
          <a:ln>
            <a:noFill/>
          </a:ln>
        </p:spPr>
      </p:pic>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1">
  <p:cSld name="BLANK_1_1_1_2_1">
    <p:spTree>
      <p:nvGrpSpPr>
        <p:cNvPr id="341" name="Shape 341"/>
        <p:cNvGrpSpPr/>
        <p:nvPr/>
      </p:nvGrpSpPr>
      <p:grpSpPr>
        <a:xfrm>
          <a:off x="0" y="0"/>
          <a:ext cx="0" cy="0"/>
          <a:chOff x="0" y="0"/>
          <a:chExt cx="0" cy="0"/>
        </a:xfrm>
      </p:grpSpPr>
      <p:pic>
        <p:nvPicPr>
          <p:cNvPr id="342" name="Google Shape;342;p28"/>
          <p:cNvPicPr preferRelativeResize="0"/>
          <p:nvPr/>
        </p:nvPicPr>
        <p:blipFill>
          <a:blip r:embed="rId2">
            <a:alphaModFix/>
          </a:blip>
          <a:stretch>
            <a:fillRect/>
          </a:stretch>
        </p:blipFill>
        <p:spPr>
          <a:xfrm>
            <a:off x="0" y="0"/>
            <a:ext cx="9144003" cy="5143501"/>
          </a:xfrm>
          <a:prstGeom prst="rect">
            <a:avLst/>
          </a:prstGeom>
          <a:noFill/>
          <a:ln>
            <a:noFill/>
          </a:ln>
        </p:spPr>
      </p:pic>
      <p:sp>
        <p:nvSpPr>
          <p:cNvPr id="343" name="Google Shape;343;p28"/>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344" name="Google Shape;344;p28"/>
          <p:cNvSpPr txBox="1"/>
          <p:nvPr>
            <p:ph idx="1" type="subTitle"/>
          </p:nvPr>
        </p:nvSpPr>
        <p:spPr>
          <a:xfrm>
            <a:off x="1179771" y="1893172"/>
            <a:ext cx="5020200" cy="400500"/>
          </a:xfrm>
          <a:prstGeom prst="rect">
            <a:avLst/>
          </a:prstGeom>
          <a:ln>
            <a:noFill/>
          </a:ln>
        </p:spPr>
        <p:txBody>
          <a:bodyPr anchorCtr="0" anchor="t" bIns="91425" lIns="91425" spcFirstLastPara="1" rIns="91425" wrap="square" tIns="91425">
            <a:noAutofit/>
          </a:bodyPr>
          <a:lstStyle>
            <a:lvl1pPr lvl="0" rtl="0" algn="r">
              <a:lnSpc>
                <a:spcPct val="100000"/>
              </a:lnSpc>
              <a:spcBef>
                <a:spcPts val="0"/>
              </a:spcBef>
              <a:spcAft>
                <a:spcPts val="0"/>
              </a:spcAft>
              <a:buClr>
                <a:schemeClr val="dk1"/>
              </a:buClr>
              <a:buSzPts val="2400"/>
              <a:buFont typeface="Red Hat Display Medium"/>
              <a:buNone/>
              <a:defRPr i="1" sz="1800">
                <a:solidFill>
                  <a:schemeClr val="dk1"/>
                </a:solidFill>
                <a:latin typeface="Tenor Sans"/>
                <a:ea typeface="Tenor Sans"/>
                <a:cs typeface="Tenor Sans"/>
                <a:sym typeface="Tenor Sans"/>
              </a:defRPr>
            </a:lvl1pPr>
            <a:lvl2pPr lvl="1" rtl="0" algn="ctr">
              <a:lnSpc>
                <a:spcPct val="100000"/>
              </a:lnSpc>
              <a:spcBef>
                <a:spcPts val="0"/>
              </a:spcBef>
              <a:spcAft>
                <a:spcPts val="0"/>
              </a:spcAft>
              <a:buClr>
                <a:schemeClr val="dk1"/>
              </a:buClr>
              <a:buSzPts val="2400"/>
              <a:buFont typeface="Red Hat Display Medium"/>
              <a:buNone/>
              <a:defRPr sz="2400">
                <a:solidFill>
                  <a:schemeClr val="dk1"/>
                </a:solidFill>
                <a:latin typeface="Red Hat Display Medium"/>
                <a:ea typeface="Red Hat Display Medium"/>
                <a:cs typeface="Red Hat Display Medium"/>
                <a:sym typeface="Red Hat Display Medium"/>
              </a:defRPr>
            </a:lvl2pPr>
            <a:lvl3pPr lvl="2" rtl="0" algn="ctr">
              <a:lnSpc>
                <a:spcPct val="100000"/>
              </a:lnSpc>
              <a:spcBef>
                <a:spcPts val="0"/>
              </a:spcBef>
              <a:spcAft>
                <a:spcPts val="0"/>
              </a:spcAft>
              <a:buClr>
                <a:schemeClr val="dk1"/>
              </a:buClr>
              <a:buSzPts val="2400"/>
              <a:buFont typeface="Red Hat Display Medium"/>
              <a:buNone/>
              <a:defRPr sz="2400">
                <a:solidFill>
                  <a:schemeClr val="dk1"/>
                </a:solidFill>
                <a:latin typeface="Red Hat Display Medium"/>
                <a:ea typeface="Red Hat Display Medium"/>
                <a:cs typeface="Red Hat Display Medium"/>
                <a:sym typeface="Red Hat Display Medium"/>
              </a:defRPr>
            </a:lvl3pPr>
            <a:lvl4pPr lvl="3" rtl="0" algn="ctr">
              <a:lnSpc>
                <a:spcPct val="100000"/>
              </a:lnSpc>
              <a:spcBef>
                <a:spcPts val="0"/>
              </a:spcBef>
              <a:spcAft>
                <a:spcPts val="0"/>
              </a:spcAft>
              <a:buClr>
                <a:schemeClr val="dk1"/>
              </a:buClr>
              <a:buSzPts val="2400"/>
              <a:buFont typeface="Red Hat Display Medium"/>
              <a:buNone/>
              <a:defRPr sz="2400">
                <a:solidFill>
                  <a:schemeClr val="dk1"/>
                </a:solidFill>
                <a:latin typeface="Red Hat Display Medium"/>
                <a:ea typeface="Red Hat Display Medium"/>
                <a:cs typeface="Red Hat Display Medium"/>
                <a:sym typeface="Red Hat Display Medium"/>
              </a:defRPr>
            </a:lvl4pPr>
            <a:lvl5pPr lvl="4" rtl="0" algn="ctr">
              <a:lnSpc>
                <a:spcPct val="100000"/>
              </a:lnSpc>
              <a:spcBef>
                <a:spcPts val="0"/>
              </a:spcBef>
              <a:spcAft>
                <a:spcPts val="0"/>
              </a:spcAft>
              <a:buClr>
                <a:schemeClr val="dk1"/>
              </a:buClr>
              <a:buSzPts val="2400"/>
              <a:buFont typeface="Red Hat Display Medium"/>
              <a:buNone/>
              <a:defRPr sz="2400">
                <a:solidFill>
                  <a:schemeClr val="dk1"/>
                </a:solidFill>
                <a:latin typeface="Red Hat Display Medium"/>
                <a:ea typeface="Red Hat Display Medium"/>
                <a:cs typeface="Red Hat Display Medium"/>
                <a:sym typeface="Red Hat Display Medium"/>
              </a:defRPr>
            </a:lvl5pPr>
            <a:lvl6pPr lvl="5" rtl="0" algn="ctr">
              <a:lnSpc>
                <a:spcPct val="100000"/>
              </a:lnSpc>
              <a:spcBef>
                <a:spcPts val="0"/>
              </a:spcBef>
              <a:spcAft>
                <a:spcPts val="0"/>
              </a:spcAft>
              <a:buClr>
                <a:schemeClr val="dk1"/>
              </a:buClr>
              <a:buSzPts val="2400"/>
              <a:buFont typeface="Red Hat Display Medium"/>
              <a:buNone/>
              <a:defRPr sz="2400">
                <a:solidFill>
                  <a:schemeClr val="dk1"/>
                </a:solidFill>
                <a:latin typeface="Red Hat Display Medium"/>
                <a:ea typeface="Red Hat Display Medium"/>
                <a:cs typeface="Red Hat Display Medium"/>
                <a:sym typeface="Red Hat Display Medium"/>
              </a:defRPr>
            </a:lvl6pPr>
            <a:lvl7pPr lvl="6" rtl="0" algn="ctr">
              <a:lnSpc>
                <a:spcPct val="100000"/>
              </a:lnSpc>
              <a:spcBef>
                <a:spcPts val="0"/>
              </a:spcBef>
              <a:spcAft>
                <a:spcPts val="0"/>
              </a:spcAft>
              <a:buClr>
                <a:schemeClr val="dk1"/>
              </a:buClr>
              <a:buSzPts val="2400"/>
              <a:buFont typeface="Red Hat Display Medium"/>
              <a:buNone/>
              <a:defRPr sz="2400">
                <a:solidFill>
                  <a:schemeClr val="dk1"/>
                </a:solidFill>
                <a:latin typeface="Red Hat Display Medium"/>
                <a:ea typeface="Red Hat Display Medium"/>
                <a:cs typeface="Red Hat Display Medium"/>
                <a:sym typeface="Red Hat Display Medium"/>
              </a:defRPr>
            </a:lvl7pPr>
            <a:lvl8pPr lvl="7" rtl="0" algn="ctr">
              <a:lnSpc>
                <a:spcPct val="100000"/>
              </a:lnSpc>
              <a:spcBef>
                <a:spcPts val="0"/>
              </a:spcBef>
              <a:spcAft>
                <a:spcPts val="0"/>
              </a:spcAft>
              <a:buClr>
                <a:schemeClr val="dk1"/>
              </a:buClr>
              <a:buSzPts val="2400"/>
              <a:buFont typeface="Red Hat Display Medium"/>
              <a:buNone/>
              <a:defRPr sz="2400">
                <a:solidFill>
                  <a:schemeClr val="dk1"/>
                </a:solidFill>
                <a:latin typeface="Red Hat Display Medium"/>
                <a:ea typeface="Red Hat Display Medium"/>
                <a:cs typeface="Red Hat Display Medium"/>
                <a:sym typeface="Red Hat Display Medium"/>
              </a:defRPr>
            </a:lvl8pPr>
            <a:lvl9pPr lvl="8" rtl="0" algn="ctr">
              <a:lnSpc>
                <a:spcPct val="100000"/>
              </a:lnSpc>
              <a:spcBef>
                <a:spcPts val="0"/>
              </a:spcBef>
              <a:spcAft>
                <a:spcPts val="0"/>
              </a:spcAft>
              <a:buClr>
                <a:schemeClr val="dk1"/>
              </a:buClr>
              <a:buSzPts val="2400"/>
              <a:buFont typeface="Red Hat Display Medium"/>
              <a:buNone/>
              <a:defRPr sz="2400">
                <a:solidFill>
                  <a:schemeClr val="dk1"/>
                </a:solidFill>
                <a:latin typeface="Red Hat Display Medium"/>
                <a:ea typeface="Red Hat Display Medium"/>
                <a:cs typeface="Red Hat Display Medium"/>
                <a:sym typeface="Red Hat Display Medium"/>
              </a:defRPr>
            </a:lvl9pPr>
          </a:lstStyle>
          <a:p/>
        </p:txBody>
      </p:sp>
      <p:sp>
        <p:nvSpPr>
          <p:cNvPr id="345" name="Google Shape;345;p28"/>
          <p:cNvSpPr txBox="1"/>
          <p:nvPr>
            <p:ph idx="2" type="subTitle"/>
          </p:nvPr>
        </p:nvSpPr>
        <p:spPr>
          <a:xfrm>
            <a:off x="1179771" y="1411254"/>
            <a:ext cx="5020200" cy="626700"/>
          </a:xfrm>
          <a:prstGeom prst="rect">
            <a:avLst/>
          </a:prstGeom>
        </p:spPr>
        <p:txBody>
          <a:bodyPr anchorCtr="0" anchor="b" bIns="91425" lIns="91425" spcFirstLastPara="1" rIns="91425" wrap="square" tIns="91425">
            <a:noAutofit/>
          </a:bodyPr>
          <a:lstStyle>
            <a:lvl1pPr lvl="0" rtl="0" algn="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346" name="Google Shape;346;p28"/>
          <p:cNvSpPr txBox="1"/>
          <p:nvPr>
            <p:ph idx="3" type="subTitle"/>
          </p:nvPr>
        </p:nvSpPr>
        <p:spPr>
          <a:xfrm>
            <a:off x="1179771" y="2480901"/>
            <a:ext cx="5020200" cy="626700"/>
          </a:xfrm>
          <a:prstGeom prst="rect">
            <a:avLst/>
          </a:prstGeom>
        </p:spPr>
        <p:txBody>
          <a:bodyPr anchorCtr="0" anchor="b" bIns="91425" lIns="91425" spcFirstLastPara="1" rIns="91425" wrap="square" tIns="91425">
            <a:noAutofit/>
          </a:bodyPr>
          <a:lstStyle>
            <a:lvl1pPr lvl="0" rtl="0" algn="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347" name="Google Shape;347;p28"/>
          <p:cNvSpPr txBox="1"/>
          <p:nvPr>
            <p:ph idx="4" type="subTitle"/>
          </p:nvPr>
        </p:nvSpPr>
        <p:spPr>
          <a:xfrm>
            <a:off x="1179771" y="3550547"/>
            <a:ext cx="5020200" cy="626700"/>
          </a:xfrm>
          <a:prstGeom prst="rect">
            <a:avLst/>
          </a:prstGeom>
        </p:spPr>
        <p:txBody>
          <a:bodyPr anchorCtr="0" anchor="b" bIns="91425" lIns="91425" spcFirstLastPara="1" rIns="91425" wrap="square" tIns="91425">
            <a:noAutofit/>
          </a:bodyPr>
          <a:lstStyle>
            <a:lvl1pPr lvl="0" rtl="0" algn="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348" name="Google Shape;348;p28"/>
          <p:cNvSpPr txBox="1"/>
          <p:nvPr>
            <p:ph idx="5" type="subTitle"/>
          </p:nvPr>
        </p:nvSpPr>
        <p:spPr>
          <a:xfrm>
            <a:off x="1179771" y="2962818"/>
            <a:ext cx="5020200" cy="400500"/>
          </a:xfrm>
          <a:prstGeom prst="rect">
            <a:avLst/>
          </a:prstGeom>
          <a:ln>
            <a:noFill/>
          </a:ln>
        </p:spPr>
        <p:txBody>
          <a:bodyPr anchorCtr="0" anchor="t" bIns="91425" lIns="91425" spcFirstLastPara="1" rIns="91425" wrap="square" tIns="91425">
            <a:noAutofit/>
          </a:bodyPr>
          <a:lstStyle>
            <a:lvl1pPr lvl="0" rtl="0" algn="r">
              <a:lnSpc>
                <a:spcPct val="100000"/>
              </a:lnSpc>
              <a:spcBef>
                <a:spcPts val="0"/>
              </a:spcBef>
              <a:spcAft>
                <a:spcPts val="0"/>
              </a:spcAft>
              <a:buClr>
                <a:schemeClr val="dk1"/>
              </a:buClr>
              <a:buSzPts val="2400"/>
              <a:buFont typeface="Red Hat Display Medium"/>
              <a:buNone/>
              <a:defRPr i="1" sz="1800">
                <a:solidFill>
                  <a:schemeClr val="dk1"/>
                </a:solidFill>
                <a:latin typeface="Tenor Sans"/>
                <a:ea typeface="Tenor Sans"/>
                <a:cs typeface="Tenor Sans"/>
                <a:sym typeface="Tenor Sans"/>
              </a:defRPr>
            </a:lvl1pPr>
            <a:lvl2pPr lvl="1" rtl="0" algn="ctr">
              <a:lnSpc>
                <a:spcPct val="100000"/>
              </a:lnSpc>
              <a:spcBef>
                <a:spcPts val="0"/>
              </a:spcBef>
              <a:spcAft>
                <a:spcPts val="0"/>
              </a:spcAft>
              <a:buClr>
                <a:schemeClr val="dk1"/>
              </a:buClr>
              <a:buSzPts val="2400"/>
              <a:buFont typeface="Red Hat Display Medium"/>
              <a:buNone/>
              <a:defRPr sz="2400">
                <a:solidFill>
                  <a:schemeClr val="dk1"/>
                </a:solidFill>
                <a:latin typeface="Red Hat Display Medium"/>
                <a:ea typeface="Red Hat Display Medium"/>
                <a:cs typeface="Red Hat Display Medium"/>
                <a:sym typeface="Red Hat Display Medium"/>
              </a:defRPr>
            </a:lvl2pPr>
            <a:lvl3pPr lvl="2" rtl="0" algn="ctr">
              <a:lnSpc>
                <a:spcPct val="100000"/>
              </a:lnSpc>
              <a:spcBef>
                <a:spcPts val="0"/>
              </a:spcBef>
              <a:spcAft>
                <a:spcPts val="0"/>
              </a:spcAft>
              <a:buClr>
                <a:schemeClr val="dk1"/>
              </a:buClr>
              <a:buSzPts val="2400"/>
              <a:buFont typeface="Red Hat Display Medium"/>
              <a:buNone/>
              <a:defRPr sz="2400">
                <a:solidFill>
                  <a:schemeClr val="dk1"/>
                </a:solidFill>
                <a:latin typeface="Red Hat Display Medium"/>
                <a:ea typeface="Red Hat Display Medium"/>
                <a:cs typeface="Red Hat Display Medium"/>
                <a:sym typeface="Red Hat Display Medium"/>
              </a:defRPr>
            </a:lvl3pPr>
            <a:lvl4pPr lvl="3" rtl="0" algn="ctr">
              <a:lnSpc>
                <a:spcPct val="100000"/>
              </a:lnSpc>
              <a:spcBef>
                <a:spcPts val="0"/>
              </a:spcBef>
              <a:spcAft>
                <a:spcPts val="0"/>
              </a:spcAft>
              <a:buClr>
                <a:schemeClr val="dk1"/>
              </a:buClr>
              <a:buSzPts val="2400"/>
              <a:buFont typeface="Red Hat Display Medium"/>
              <a:buNone/>
              <a:defRPr sz="2400">
                <a:solidFill>
                  <a:schemeClr val="dk1"/>
                </a:solidFill>
                <a:latin typeface="Red Hat Display Medium"/>
                <a:ea typeface="Red Hat Display Medium"/>
                <a:cs typeface="Red Hat Display Medium"/>
                <a:sym typeface="Red Hat Display Medium"/>
              </a:defRPr>
            </a:lvl4pPr>
            <a:lvl5pPr lvl="4" rtl="0" algn="ctr">
              <a:lnSpc>
                <a:spcPct val="100000"/>
              </a:lnSpc>
              <a:spcBef>
                <a:spcPts val="0"/>
              </a:spcBef>
              <a:spcAft>
                <a:spcPts val="0"/>
              </a:spcAft>
              <a:buClr>
                <a:schemeClr val="dk1"/>
              </a:buClr>
              <a:buSzPts val="2400"/>
              <a:buFont typeface="Red Hat Display Medium"/>
              <a:buNone/>
              <a:defRPr sz="2400">
                <a:solidFill>
                  <a:schemeClr val="dk1"/>
                </a:solidFill>
                <a:latin typeface="Red Hat Display Medium"/>
                <a:ea typeface="Red Hat Display Medium"/>
                <a:cs typeface="Red Hat Display Medium"/>
                <a:sym typeface="Red Hat Display Medium"/>
              </a:defRPr>
            </a:lvl5pPr>
            <a:lvl6pPr lvl="5" rtl="0" algn="ctr">
              <a:lnSpc>
                <a:spcPct val="100000"/>
              </a:lnSpc>
              <a:spcBef>
                <a:spcPts val="0"/>
              </a:spcBef>
              <a:spcAft>
                <a:spcPts val="0"/>
              </a:spcAft>
              <a:buClr>
                <a:schemeClr val="dk1"/>
              </a:buClr>
              <a:buSzPts val="2400"/>
              <a:buFont typeface="Red Hat Display Medium"/>
              <a:buNone/>
              <a:defRPr sz="2400">
                <a:solidFill>
                  <a:schemeClr val="dk1"/>
                </a:solidFill>
                <a:latin typeface="Red Hat Display Medium"/>
                <a:ea typeface="Red Hat Display Medium"/>
                <a:cs typeface="Red Hat Display Medium"/>
                <a:sym typeface="Red Hat Display Medium"/>
              </a:defRPr>
            </a:lvl6pPr>
            <a:lvl7pPr lvl="6" rtl="0" algn="ctr">
              <a:lnSpc>
                <a:spcPct val="100000"/>
              </a:lnSpc>
              <a:spcBef>
                <a:spcPts val="0"/>
              </a:spcBef>
              <a:spcAft>
                <a:spcPts val="0"/>
              </a:spcAft>
              <a:buClr>
                <a:schemeClr val="dk1"/>
              </a:buClr>
              <a:buSzPts val="2400"/>
              <a:buFont typeface="Red Hat Display Medium"/>
              <a:buNone/>
              <a:defRPr sz="2400">
                <a:solidFill>
                  <a:schemeClr val="dk1"/>
                </a:solidFill>
                <a:latin typeface="Red Hat Display Medium"/>
                <a:ea typeface="Red Hat Display Medium"/>
                <a:cs typeface="Red Hat Display Medium"/>
                <a:sym typeface="Red Hat Display Medium"/>
              </a:defRPr>
            </a:lvl7pPr>
            <a:lvl8pPr lvl="7" rtl="0" algn="ctr">
              <a:lnSpc>
                <a:spcPct val="100000"/>
              </a:lnSpc>
              <a:spcBef>
                <a:spcPts val="0"/>
              </a:spcBef>
              <a:spcAft>
                <a:spcPts val="0"/>
              </a:spcAft>
              <a:buClr>
                <a:schemeClr val="dk1"/>
              </a:buClr>
              <a:buSzPts val="2400"/>
              <a:buFont typeface="Red Hat Display Medium"/>
              <a:buNone/>
              <a:defRPr sz="2400">
                <a:solidFill>
                  <a:schemeClr val="dk1"/>
                </a:solidFill>
                <a:latin typeface="Red Hat Display Medium"/>
                <a:ea typeface="Red Hat Display Medium"/>
                <a:cs typeface="Red Hat Display Medium"/>
                <a:sym typeface="Red Hat Display Medium"/>
              </a:defRPr>
            </a:lvl8pPr>
            <a:lvl9pPr lvl="8" rtl="0" algn="ctr">
              <a:lnSpc>
                <a:spcPct val="100000"/>
              </a:lnSpc>
              <a:spcBef>
                <a:spcPts val="0"/>
              </a:spcBef>
              <a:spcAft>
                <a:spcPts val="0"/>
              </a:spcAft>
              <a:buClr>
                <a:schemeClr val="dk1"/>
              </a:buClr>
              <a:buSzPts val="2400"/>
              <a:buFont typeface="Red Hat Display Medium"/>
              <a:buNone/>
              <a:defRPr sz="2400">
                <a:solidFill>
                  <a:schemeClr val="dk1"/>
                </a:solidFill>
                <a:latin typeface="Red Hat Display Medium"/>
                <a:ea typeface="Red Hat Display Medium"/>
                <a:cs typeface="Red Hat Display Medium"/>
                <a:sym typeface="Red Hat Display Medium"/>
              </a:defRPr>
            </a:lvl9pPr>
          </a:lstStyle>
          <a:p/>
        </p:txBody>
      </p:sp>
      <p:sp>
        <p:nvSpPr>
          <p:cNvPr id="349" name="Google Shape;349;p28"/>
          <p:cNvSpPr txBox="1"/>
          <p:nvPr>
            <p:ph idx="6" type="subTitle"/>
          </p:nvPr>
        </p:nvSpPr>
        <p:spPr>
          <a:xfrm>
            <a:off x="1179771" y="4032465"/>
            <a:ext cx="5020200" cy="400500"/>
          </a:xfrm>
          <a:prstGeom prst="rect">
            <a:avLst/>
          </a:prstGeom>
          <a:ln>
            <a:noFill/>
          </a:ln>
        </p:spPr>
        <p:txBody>
          <a:bodyPr anchorCtr="0" anchor="t" bIns="91425" lIns="91425" spcFirstLastPara="1" rIns="91425" wrap="square" tIns="91425">
            <a:noAutofit/>
          </a:bodyPr>
          <a:lstStyle>
            <a:lvl1pPr lvl="0" rtl="0" algn="r">
              <a:lnSpc>
                <a:spcPct val="100000"/>
              </a:lnSpc>
              <a:spcBef>
                <a:spcPts val="0"/>
              </a:spcBef>
              <a:spcAft>
                <a:spcPts val="0"/>
              </a:spcAft>
              <a:buClr>
                <a:schemeClr val="dk1"/>
              </a:buClr>
              <a:buSzPts val="2400"/>
              <a:buFont typeface="Red Hat Display Medium"/>
              <a:buNone/>
              <a:defRPr i="1" sz="1800">
                <a:solidFill>
                  <a:schemeClr val="dk1"/>
                </a:solidFill>
                <a:latin typeface="Tenor Sans"/>
                <a:ea typeface="Tenor Sans"/>
                <a:cs typeface="Tenor Sans"/>
                <a:sym typeface="Tenor Sans"/>
              </a:defRPr>
            </a:lvl1pPr>
            <a:lvl2pPr lvl="1" rtl="0" algn="ctr">
              <a:lnSpc>
                <a:spcPct val="100000"/>
              </a:lnSpc>
              <a:spcBef>
                <a:spcPts val="0"/>
              </a:spcBef>
              <a:spcAft>
                <a:spcPts val="0"/>
              </a:spcAft>
              <a:buClr>
                <a:schemeClr val="dk1"/>
              </a:buClr>
              <a:buSzPts val="2400"/>
              <a:buFont typeface="Red Hat Display Medium"/>
              <a:buNone/>
              <a:defRPr sz="2400">
                <a:solidFill>
                  <a:schemeClr val="dk1"/>
                </a:solidFill>
                <a:latin typeface="Red Hat Display Medium"/>
                <a:ea typeface="Red Hat Display Medium"/>
                <a:cs typeface="Red Hat Display Medium"/>
                <a:sym typeface="Red Hat Display Medium"/>
              </a:defRPr>
            </a:lvl2pPr>
            <a:lvl3pPr lvl="2" rtl="0" algn="ctr">
              <a:lnSpc>
                <a:spcPct val="100000"/>
              </a:lnSpc>
              <a:spcBef>
                <a:spcPts val="0"/>
              </a:spcBef>
              <a:spcAft>
                <a:spcPts val="0"/>
              </a:spcAft>
              <a:buClr>
                <a:schemeClr val="dk1"/>
              </a:buClr>
              <a:buSzPts val="2400"/>
              <a:buFont typeface="Red Hat Display Medium"/>
              <a:buNone/>
              <a:defRPr sz="2400">
                <a:solidFill>
                  <a:schemeClr val="dk1"/>
                </a:solidFill>
                <a:latin typeface="Red Hat Display Medium"/>
                <a:ea typeface="Red Hat Display Medium"/>
                <a:cs typeface="Red Hat Display Medium"/>
                <a:sym typeface="Red Hat Display Medium"/>
              </a:defRPr>
            </a:lvl3pPr>
            <a:lvl4pPr lvl="3" rtl="0" algn="ctr">
              <a:lnSpc>
                <a:spcPct val="100000"/>
              </a:lnSpc>
              <a:spcBef>
                <a:spcPts val="0"/>
              </a:spcBef>
              <a:spcAft>
                <a:spcPts val="0"/>
              </a:spcAft>
              <a:buClr>
                <a:schemeClr val="dk1"/>
              </a:buClr>
              <a:buSzPts val="2400"/>
              <a:buFont typeface="Red Hat Display Medium"/>
              <a:buNone/>
              <a:defRPr sz="2400">
                <a:solidFill>
                  <a:schemeClr val="dk1"/>
                </a:solidFill>
                <a:latin typeface="Red Hat Display Medium"/>
                <a:ea typeface="Red Hat Display Medium"/>
                <a:cs typeface="Red Hat Display Medium"/>
                <a:sym typeface="Red Hat Display Medium"/>
              </a:defRPr>
            </a:lvl4pPr>
            <a:lvl5pPr lvl="4" rtl="0" algn="ctr">
              <a:lnSpc>
                <a:spcPct val="100000"/>
              </a:lnSpc>
              <a:spcBef>
                <a:spcPts val="0"/>
              </a:spcBef>
              <a:spcAft>
                <a:spcPts val="0"/>
              </a:spcAft>
              <a:buClr>
                <a:schemeClr val="dk1"/>
              </a:buClr>
              <a:buSzPts val="2400"/>
              <a:buFont typeface="Red Hat Display Medium"/>
              <a:buNone/>
              <a:defRPr sz="2400">
                <a:solidFill>
                  <a:schemeClr val="dk1"/>
                </a:solidFill>
                <a:latin typeface="Red Hat Display Medium"/>
                <a:ea typeface="Red Hat Display Medium"/>
                <a:cs typeface="Red Hat Display Medium"/>
                <a:sym typeface="Red Hat Display Medium"/>
              </a:defRPr>
            </a:lvl5pPr>
            <a:lvl6pPr lvl="5" rtl="0" algn="ctr">
              <a:lnSpc>
                <a:spcPct val="100000"/>
              </a:lnSpc>
              <a:spcBef>
                <a:spcPts val="0"/>
              </a:spcBef>
              <a:spcAft>
                <a:spcPts val="0"/>
              </a:spcAft>
              <a:buClr>
                <a:schemeClr val="dk1"/>
              </a:buClr>
              <a:buSzPts val="2400"/>
              <a:buFont typeface="Red Hat Display Medium"/>
              <a:buNone/>
              <a:defRPr sz="2400">
                <a:solidFill>
                  <a:schemeClr val="dk1"/>
                </a:solidFill>
                <a:latin typeface="Red Hat Display Medium"/>
                <a:ea typeface="Red Hat Display Medium"/>
                <a:cs typeface="Red Hat Display Medium"/>
                <a:sym typeface="Red Hat Display Medium"/>
              </a:defRPr>
            </a:lvl6pPr>
            <a:lvl7pPr lvl="6" rtl="0" algn="ctr">
              <a:lnSpc>
                <a:spcPct val="100000"/>
              </a:lnSpc>
              <a:spcBef>
                <a:spcPts val="0"/>
              </a:spcBef>
              <a:spcAft>
                <a:spcPts val="0"/>
              </a:spcAft>
              <a:buClr>
                <a:schemeClr val="dk1"/>
              </a:buClr>
              <a:buSzPts val="2400"/>
              <a:buFont typeface="Red Hat Display Medium"/>
              <a:buNone/>
              <a:defRPr sz="2400">
                <a:solidFill>
                  <a:schemeClr val="dk1"/>
                </a:solidFill>
                <a:latin typeface="Red Hat Display Medium"/>
                <a:ea typeface="Red Hat Display Medium"/>
                <a:cs typeface="Red Hat Display Medium"/>
                <a:sym typeface="Red Hat Display Medium"/>
              </a:defRPr>
            </a:lvl7pPr>
            <a:lvl8pPr lvl="7" rtl="0" algn="ctr">
              <a:lnSpc>
                <a:spcPct val="100000"/>
              </a:lnSpc>
              <a:spcBef>
                <a:spcPts val="0"/>
              </a:spcBef>
              <a:spcAft>
                <a:spcPts val="0"/>
              </a:spcAft>
              <a:buClr>
                <a:schemeClr val="dk1"/>
              </a:buClr>
              <a:buSzPts val="2400"/>
              <a:buFont typeface="Red Hat Display Medium"/>
              <a:buNone/>
              <a:defRPr sz="2400">
                <a:solidFill>
                  <a:schemeClr val="dk1"/>
                </a:solidFill>
                <a:latin typeface="Red Hat Display Medium"/>
                <a:ea typeface="Red Hat Display Medium"/>
                <a:cs typeface="Red Hat Display Medium"/>
                <a:sym typeface="Red Hat Display Medium"/>
              </a:defRPr>
            </a:lvl8pPr>
            <a:lvl9pPr lvl="8" rtl="0" algn="ctr">
              <a:lnSpc>
                <a:spcPct val="100000"/>
              </a:lnSpc>
              <a:spcBef>
                <a:spcPts val="0"/>
              </a:spcBef>
              <a:spcAft>
                <a:spcPts val="0"/>
              </a:spcAft>
              <a:buClr>
                <a:schemeClr val="dk1"/>
              </a:buClr>
              <a:buSzPts val="2400"/>
              <a:buFont typeface="Red Hat Display Medium"/>
              <a:buNone/>
              <a:defRPr sz="2400">
                <a:solidFill>
                  <a:schemeClr val="dk1"/>
                </a:solidFill>
                <a:latin typeface="Red Hat Display Medium"/>
                <a:ea typeface="Red Hat Display Medium"/>
                <a:cs typeface="Red Hat Display Medium"/>
                <a:sym typeface="Red Hat Display Medium"/>
              </a:defRPr>
            </a:lvl9pPr>
          </a:lstStyle>
          <a:p/>
        </p:txBody>
      </p:sp>
      <p:pic>
        <p:nvPicPr>
          <p:cNvPr id="350" name="Google Shape;350;p28"/>
          <p:cNvPicPr preferRelativeResize="0"/>
          <p:nvPr/>
        </p:nvPicPr>
        <p:blipFill>
          <a:blip r:embed="rId3">
            <a:alphaModFix/>
          </a:blip>
          <a:stretch>
            <a:fillRect/>
          </a:stretch>
        </p:blipFill>
        <p:spPr>
          <a:xfrm rot="9422014">
            <a:off x="8604894" y="3904898"/>
            <a:ext cx="893238" cy="2248730"/>
          </a:xfrm>
          <a:prstGeom prst="rect">
            <a:avLst/>
          </a:prstGeom>
          <a:noFill/>
          <a:ln>
            <a:noFill/>
          </a:ln>
        </p:spPr>
      </p:pic>
      <p:pic>
        <p:nvPicPr>
          <p:cNvPr id="351" name="Google Shape;351;p28"/>
          <p:cNvPicPr preferRelativeResize="0"/>
          <p:nvPr/>
        </p:nvPicPr>
        <p:blipFill>
          <a:blip r:embed="rId4">
            <a:alphaModFix/>
          </a:blip>
          <a:stretch>
            <a:fillRect/>
          </a:stretch>
        </p:blipFill>
        <p:spPr>
          <a:xfrm rot="-1949726">
            <a:off x="9193373" y="2109484"/>
            <a:ext cx="1120952" cy="3526335"/>
          </a:xfrm>
          <a:prstGeom prst="rect">
            <a:avLst/>
          </a:prstGeom>
          <a:noFill/>
          <a:ln>
            <a:noFill/>
          </a:ln>
        </p:spPr>
      </p:pic>
      <p:pic>
        <p:nvPicPr>
          <p:cNvPr id="352" name="Google Shape;352;p28"/>
          <p:cNvPicPr preferRelativeResize="0"/>
          <p:nvPr/>
        </p:nvPicPr>
        <p:blipFill>
          <a:blip r:embed="rId5">
            <a:alphaModFix/>
          </a:blip>
          <a:stretch>
            <a:fillRect/>
          </a:stretch>
        </p:blipFill>
        <p:spPr>
          <a:xfrm>
            <a:off x="-796445" y="-167161"/>
            <a:ext cx="1476948" cy="1515064"/>
          </a:xfrm>
          <a:prstGeom prst="rect">
            <a:avLst/>
          </a:prstGeom>
          <a:noFill/>
          <a:ln>
            <a:noFill/>
          </a:ln>
        </p:spPr>
      </p:pic>
      <p:pic>
        <p:nvPicPr>
          <p:cNvPr id="353" name="Google Shape;353;p28"/>
          <p:cNvPicPr preferRelativeResize="0"/>
          <p:nvPr/>
        </p:nvPicPr>
        <p:blipFill>
          <a:blip r:embed="rId6">
            <a:alphaModFix/>
          </a:blip>
          <a:stretch>
            <a:fillRect/>
          </a:stretch>
        </p:blipFill>
        <p:spPr>
          <a:xfrm>
            <a:off x="-982678" y="1194026"/>
            <a:ext cx="1615114" cy="1839040"/>
          </a:xfrm>
          <a:prstGeom prst="rect">
            <a:avLst/>
          </a:prstGeom>
          <a:noFill/>
          <a:ln>
            <a:noFill/>
          </a:ln>
        </p:spPr>
      </p:pic>
      <p:pic>
        <p:nvPicPr>
          <p:cNvPr id="354" name="Google Shape;354;p28"/>
          <p:cNvPicPr preferRelativeResize="0"/>
          <p:nvPr/>
        </p:nvPicPr>
        <p:blipFill>
          <a:blip r:embed="rId7">
            <a:alphaModFix/>
          </a:blip>
          <a:stretch>
            <a:fillRect/>
          </a:stretch>
        </p:blipFill>
        <p:spPr>
          <a:xfrm rot="-1846097">
            <a:off x="9023822" y="3070948"/>
            <a:ext cx="207681" cy="2104498"/>
          </a:xfrm>
          <a:prstGeom prst="rect">
            <a:avLst/>
          </a:prstGeom>
          <a:noFill/>
          <a:ln>
            <a:noFill/>
          </a:ln>
        </p:spPr>
      </p:pic>
      <p:pic>
        <p:nvPicPr>
          <p:cNvPr id="355" name="Google Shape;355;p28"/>
          <p:cNvPicPr preferRelativeResize="0"/>
          <p:nvPr/>
        </p:nvPicPr>
        <p:blipFill>
          <a:blip r:embed="rId8">
            <a:alphaModFix/>
          </a:blip>
          <a:stretch>
            <a:fillRect/>
          </a:stretch>
        </p:blipFill>
        <p:spPr>
          <a:xfrm rot="2392916">
            <a:off x="-853314" y="2836821"/>
            <a:ext cx="888486" cy="2572748"/>
          </a:xfrm>
          <a:prstGeom prst="rect">
            <a:avLst/>
          </a:prstGeom>
          <a:noFill/>
          <a:ln>
            <a:noFill/>
          </a:ln>
        </p:spPr>
      </p:pic>
      <p:pic>
        <p:nvPicPr>
          <p:cNvPr id="356" name="Google Shape;356;p28"/>
          <p:cNvPicPr preferRelativeResize="0"/>
          <p:nvPr/>
        </p:nvPicPr>
        <p:blipFill>
          <a:blip r:embed="rId9">
            <a:alphaModFix/>
          </a:blip>
          <a:stretch>
            <a:fillRect/>
          </a:stretch>
        </p:blipFill>
        <p:spPr>
          <a:xfrm rot="4518101">
            <a:off x="-1011265" y="3842317"/>
            <a:ext cx="1672286" cy="1920034"/>
          </a:xfrm>
          <a:prstGeom prst="rect">
            <a:avLst/>
          </a:prstGeom>
          <a:noFill/>
          <a:ln>
            <a:noFill/>
          </a:ln>
        </p:spPr>
      </p:pic>
      <p:pic>
        <p:nvPicPr>
          <p:cNvPr id="357" name="Google Shape;357;p28"/>
          <p:cNvPicPr preferRelativeResize="0"/>
          <p:nvPr/>
        </p:nvPicPr>
        <p:blipFill>
          <a:blip r:embed="rId10">
            <a:alphaModFix/>
          </a:blip>
          <a:stretch>
            <a:fillRect/>
          </a:stretch>
        </p:blipFill>
        <p:spPr>
          <a:xfrm>
            <a:off x="8427075" y="227950"/>
            <a:ext cx="1615100" cy="1949066"/>
          </a:xfrm>
          <a:prstGeom prst="rect">
            <a:avLst/>
          </a:prstGeom>
          <a:noFill/>
          <a:ln>
            <a:noFill/>
          </a:ln>
        </p:spPr>
      </p:pic>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BLANK_1_1_1_1">
    <p:spTree>
      <p:nvGrpSpPr>
        <p:cNvPr id="358" name="Shape 358"/>
        <p:cNvGrpSpPr/>
        <p:nvPr/>
      </p:nvGrpSpPr>
      <p:grpSpPr>
        <a:xfrm>
          <a:off x="0" y="0"/>
          <a:ext cx="0" cy="0"/>
          <a:chOff x="0" y="0"/>
          <a:chExt cx="0" cy="0"/>
        </a:xfrm>
      </p:grpSpPr>
      <p:pic>
        <p:nvPicPr>
          <p:cNvPr id="359" name="Google Shape;359;p29"/>
          <p:cNvPicPr preferRelativeResize="0"/>
          <p:nvPr/>
        </p:nvPicPr>
        <p:blipFill>
          <a:blip r:embed="rId2">
            <a:alphaModFix/>
          </a:blip>
          <a:stretch>
            <a:fillRect/>
          </a:stretch>
        </p:blipFill>
        <p:spPr>
          <a:xfrm>
            <a:off x="0" y="0"/>
            <a:ext cx="9144003" cy="5143501"/>
          </a:xfrm>
          <a:prstGeom prst="rect">
            <a:avLst/>
          </a:prstGeom>
          <a:noFill/>
          <a:ln>
            <a:noFill/>
          </a:ln>
        </p:spPr>
      </p:pic>
      <p:sp>
        <p:nvSpPr>
          <p:cNvPr id="360" name="Google Shape;360;p29"/>
          <p:cNvSpPr txBox="1"/>
          <p:nvPr>
            <p:ph idx="1" type="subTitle"/>
          </p:nvPr>
        </p:nvSpPr>
        <p:spPr>
          <a:xfrm>
            <a:off x="2059653" y="1591850"/>
            <a:ext cx="2133600" cy="484800"/>
          </a:xfrm>
          <a:prstGeom prst="rect">
            <a:avLst/>
          </a:prstGeom>
          <a:ln>
            <a:noFill/>
          </a:ln>
        </p:spPr>
        <p:txBody>
          <a:bodyPr anchorCtr="0" anchor="b"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Red Hat Display Medium"/>
              <a:buNone/>
              <a:defRPr sz="1800">
                <a:solidFill>
                  <a:schemeClr val="dk1"/>
                </a:solidFill>
                <a:latin typeface="Tenor Sans"/>
                <a:ea typeface="Tenor Sans"/>
                <a:cs typeface="Tenor Sans"/>
                <a:sym typeface="Tenor Sans"/>
              </a:defRPr>
            </a:lvl1pPr>
            <a:lvl2pPr lvl="1" rtl="0" algn="ctr">
              <a:lnSpc>
                <a:spcPct val="100000"/>
              </a:lnSpc>
              <a:spcBef>
                <a:spcPts val="0"/>
              </a:spcBef>
              <a:spcAft>
                <a:spcPts val="0"/>
              </a:spcAft>
              <a:buClr>
                <a:schemeClr val="dk1"/>
              </a:buClr>
              <a:buSzPts val="2400"/>
              <a:buFont typeface="Red Hat Display Medium"/>
              <a:buNone/>
              <a:defRPr sz="2400">
                <a:solidFill>
                  <a:schemeClr val="dk1"/>
                </a:solidFill>
                <a:latin typeface="Red Hat Display Medium"/>
                <a:ea typeface="Red Hat Display Medium"/>
                <a:cs typeface="Red Hat Display Medium"/>
                <a:sym typeface="Red Hat Display Medium"/>
              </a:defRPr>
            </a:lvl2pPr>
            <a:lvl3pPr lvl="2" rtl="0" algn="ctr">
              <a:lnSpc>
                <a:spcPct val="100000"/>
              </a:lnSpc>
              <a:spcBef>
                <a:spcPts val="0"/>
              </a:spcBef>
              <a:spcAft>
                <a:spcPts val="0"/>
              </a:spcAft>
              <a:buClr>
                <a:schemeClr val="dk1"/>
              </a:buClr>
              <a:buSzPts val="2400"/>
              <a:buFont typeface="Red Hat Display Medium"/>
              <a:buNone/>
              <a:defRPr sz="2400">
                <a:solidFill>
                  <a:schemeClr val="dk1"/>
                </a:solidFill>
                <a:latin typeface="Red Hat Display Medium"/>
                <a:ea typeface="Red Hat Display Medium"/>
                <a:cs typeface="Red Hat Display Medium"/>
                <a:sym typeface="Red Hat Display Medium"/>
              </a:defRPr>
            </a:lvl3pPr>
            <a:lvl4pPr lvl="3" rtl="0" algn="ctr">
              <a:lnSpc>
                <a:spcPct val="100000"/>
              </a:lnSpc>
              <a:spcBef>
                <a:spcPts val="0"/>
              </a:spcBef>
              <a:spcAft>
                <a:spcPts val="0"/>
              </a:spcAft>
              <a:buClr>
                <a:schemeClr val="dk1"/>
              </a:buClr>
              <a:buSzPts val="2400"/>
              <a:buFont typeface="Red Hat Display Medium"/>
              <a:buNone/>
              <a:defRPr sz="2400">
                <a:solidFill>
                  <a:schemeClr val="dk1"/>
                </a:solidFill>
                <a:latin typeface="Red Hat Display Medium"/>
                <a:ea typeface="Red Hat Display Medium"/>
                <a:cs typeface="Red Hat Display Medium"/>
                <a:sym typeface="Red Hat Display Medium"/>
              </a:defRPr>
            </a:lvl4pPr>
            <a:lvl5pPr lvl="4" rtl="0" algn="ctr">
              <a:lnSpc>
                <a:spcPct val="100000"/>
              </a:lnSpc>
              <a:spcBef>
                <a:spcPts val="0"/>
              </a:spcBef>
              <a:spcAft>
                <a:spcPts val="0"/>
              </a:spcAft>
              <a:buClr>
                <a:schemeClr val="dk1"/>
              </a:buClr>
              <a:buSzPts val="2400"/>
              <a:buFont typeface="Red Hat Display Medium"/>
              <a:buNone/>
              <a:defRPr sz="2400">
                <a:solidFill>
                  <a:schemeClr val="dk1"/>
                </a:solidFill>
                <a:latin typeface="Red Hat Display Medium"/>
                <a:ea typeface="Red Hat Display Medium"/>
                <a:cs typeface="Red Hat Display Medium"/>
                <a:sym typeface="Red Hat Display Medium"/>
              </a:defRPr>
            </a:lvl5pPr>
            <a:lvl6pPr lvl="5" rtl="0" algn="ctr">
              <a:lnSpc>
                <a:spcPct val="100000"/>
              </a:lnSpc>
              <a:spcBef>
                <a:spcPts val="0"/>
              </a:spcBef>
              <a:spcAft>
                <a:spcPts val="0"/>
              </a:spcAft>
              <a:buClr>
                <a:schemeClr val="dk1"/>
              </a:buClr>
              <a:buSzPts val="2400"/>
              <a:buFont typeface="Red Hat Display Medium"/>
              <a:buNone/>
              <a:defRPr sz="2400">
                <a:solidFill>
                  <a:schemeClr val="dk1"/>
                </a:solidFill>
                <a:latin typeface="Red Hat Display Medium"/>
                <a:ea typeface="Red Hat Display Medium"/>
                <a:cs typeface="Red Hat Display Medium"/>
                <a:sym typeface="Red Hat Display Medium"/>
              </a:defRPr>
            </a:lvl6pPr>
            <a:lvl7pPr lvl="6" rtl="0" algn="ctr">
              <a:lnSpc>
                <a:spcPct val="100000"/>
              </a:lnSpc>
              <a:spcBef>
                <a:spcPts val="0"/>
              </a:spcBef>
              <a:spcAft>
                <a:spcPts val="0"/>
              </a:spcAft>
              <a:buClr>
                <a:schemeClr val="dk1"/>
              </a:buClr>
              <a:buSzPts val="2400"/>
              <a:buFont typeface="Red Hat Display Medium"/>
              <a:buNone/>
              <a:defRPr sz="2400">
                <a:solidFill>
                  <a:schemeClr val="dk1"/>
                </a:solidFill>
                <a:latin typeface="Red Hat Display Medium"/>
                <a:ea typeface="Red Hat Display Medium"/>
                <a:cs typeface="Red Hat Display Medium"/>
                <a:sym typeface="Red Hat Display Medium"/>
              </a:defRPr>
            </a:lvl7pPr>
            <a:lvl8pPr lvl="7" rtl="0" algn="ctr">
              <a:lnSpc>
                <a:spcPct val="100000"/>
              </a:lnSpc>
              <a:spcBef>
                <a:spcPts val="0"/>
              </a:spcBef>
              <a:spcAft>
                <a:spcPts val="0"/>
              </a:spcAft>
              <a:buClr>
                <a:schemeClr val="dk1"/>
              </a:buClr>
              <a:buSzPts val="2400"/>
              <a:buFont typeface="Red Hat Display Medium"/>
              <a:buNone/>
              <a:defRPr sz="2400">
                <a:solidFill>
                  <a:schemeClr val="dk1"/>
                </a:solidFill>
                <a:latin typeface="Red Hat Display Medium"/>
                <a:ea typeface="Red Hat Display Medium"/>
                <a:cs typeface="Red Hat Display Medium"/>
                <a:sym typeface="Red Hat Display Medium"/>
              </a:defRPr>
            </a:lvl8pPr>
            <a:lvl9pPr lvl="8" rtl="0" algn="ctr">
              <a:lnSpc>
                <a:spcPct val="100000"/>
              </a:lnSpc>
              <a:spcBef>
                <a:spcPts val="0"/>
              </a:spcBef>
              <a:spcAft>
                <a:spcPts val="0"/>
              </a:spcAft>
              <a:buClr>
                <a:schemeClr val="dk1"/>
              </a:buClr>
              <a:buSzPts val="2400"/>
              <a:buFont typeface="Red Hat Display Medium"/>
              <a:buNone/>
              <a:defRPr sz="2400">
                <a:solidFill>
                  <a:schemeClr val="dk1"/>
                </a:solidFill>
                <a:latin typeface="Red Hat Display Medium"/>
                <a:ea typeface="Red Hat Display Medium"/>
                <a:cs typeface="Red Hat Display Medium"/>
                <a:sym typeface="Red Hat Display Medium"/>
              </a:defRPr>
            </a:lvl9pPr>
          </a:lstStyle>
          <a:p/>
        </p:txBody>
      </p:sp>
      <p:sp>
        <p:nvSpPr>
          <p:cNvPr id="361" name="Google Shape;361;p29"/>
          <p:cNvSpPr txBox="1"/>
          <p:nvPr>
            <p:ph idx="2" type="subTitle"/>
          </p:nvPr>
        </p:nvSpPr>
        <p:spPr>
          <a:xfrm>
            <a:off x="2059653" y="2000450"/>
            <a:ext cx="2133600" cy="572700"/>
          </a:xfrm>
          <a:prstGeom prst="rect">
            <a:avLst/>
          </a:prstGeom>
          <a:ln>
            <a:noFill/>
          </a:ln>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362" name="Google Shape;362;p29"/>
          <p:cNvSpPr txBox="1"/>
          <p:nvPr>
            <p:ph idx="3" type="subTitle"/>
          </p:nvPr>
        </p:nvSpPr>
        <p:spPr>
          <a:xfrm>
            <a:off x="4950747" y="2485250"/>
            <a:ext cx="2133600" cy="572700"/>
          </a:xfrm>
          <a:prstGeom prst="rect">
            <a:avLst/>
          </a:prstGeom>
          <a:ln>
            <a:noFill/>
          </a:ln>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363" name="Google Shape;363;p29"/>
          <p:cNvSpPr txBox="1"/>
          <p:nvPr>
            <p:ph idx="4" type="subTitle"/>
          </p:nvPr>
        </p:nvSpPr>
        <p:spPr>
          <a:xfrm>
            <a:off x="2059653" y="3390375"/>
            <a:ext cx="2133600" cy="572700"/>
          </a:xfrm>
          <a:prstGeom prst="rect">
            <a:avLst/>
          </a:prstGeom>
          <a:ln>
            <a:noFill/>
          </a:ln>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364" name="Google Shape;364;p29"/>
          <p:cNvSpPr txBox="1"/>
          <p:nvPr>
            <p:ph idx="5" type="subTitle"/>
          </p:nvPr>
        </p:nvSpPr>
        <p:spPr>
          <a:xfrm>
            <a:off x="4950747" y="3875175"/>
            <a:ext cx="2133600" cy="572700"/>
          </a:xfrm>
          <a:prstGeom prst="rect">
            <a:avLst/>
          </a:prstGeom>
          <a:ln>
            <a:noFill/>
          </a:ln>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365" name="Google Shape;365;p29"/>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366" name="Google Shape;366;p29"/>
          <p:cNvSpPr txBox="1"/>
          <p:nvPr>
            <p:ph idx="6" type="subTitle"/>
          </p:nvPr>
        </p:nvSpPr>
        <p:spPr>
          <a:xfrm>
            <a:off x="2059653" y="2981775"/>
            <a:ext cx="2133600" cy="484800"/>
          </a:xfrm>
          <a:prstGeom prst="rect">
            <a:avLst/>
          </a:prstGeom>
          <a:ln>
            <a:noFill/>
          </a:ln>
        </p:spPr>
        <p:txBody>
          <a:bodyPr anchorCtr="0" anchor="b"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Red Hat Display Medium"/>
              <a:buNone/>
              <a:defRPr sz="1800">
                <a:solidFill>
                  <a:schemeClr val="dk1"/>
                </a:solidFill>
                <a:latin typeface="Tenor Sans"/>
                <a:ea typeface="Tenor Sans"/>
                <a:cs typeface="Tenor Sans"/>
                <a:sym typeface="Tenor Sans"/>
              </a:defRPr>
            </a:lvl1pPr>
            <a:lvl2pPr lvl="1" rtl="0" algn="ctr">
              <a:lnSpc>
                <a:spcPct val="100000"/>
              </a:lnSpc>
              <a:spcBef>
                <a:spcPts val="0"/>
              </a:spcBef>
              <a:spcAft>
                <a:spcPts val="0"/>
              </a:spcAft>
              <a:buClr>
                <a:schemeClr val="dk1"/>
              </a:buClr>
              <a:buSzPts val="2400"/>
              <a:buFont typeface="Red Hat Display Medium"/>
              <a:buNone/>
              <a:defRPr sz="2400">
                <a:solidFill>
                  <a:schemeClr val="dk1"/>
                </a:solidFill>
                <a:latin typeface="Red Hat Display Medium"/>
                <a:ea typeface="Red Hat Display Medium"/>
                <a:cs typeface="Red Hat Display Medium"/>
                <a:sym typeface="Red Hat Display Medium"/>
              </a:defRPr>
            </a:lvl2pPr>
            <a:lvl3pPr lvl="2" rtl="0" algn="ctr">
              <a:lnSpc>
                <a:spcPct val="100000"/>
              </a:lnSpc>
              <a:spcBef>
                <a:spcPts val="0"/>
              </a:spcBef>
              <a:spcAft>
                <a:spcPts val="0"/>
              </a:spcAft>
              <a:buClr>
                <a:schemeClr val="dk1"/>
              </a:buClr>
              <a:buSzPts val="2400"/>
              <a:buFont typeface="Red Hat Display Medium"/>
              <a:buNone/>
              <a:defRPr sz="2400">
                <a:solidFill>
                  <a:schemeClr val="dk1"/>
                </a:solidFill>
                <a:latin typeface="Red Hat Display Medium"/>
                <a:ea typeface="Red Hat Display Medium"/>
                <a:cs typeface="Red Hat Display Medium"/>
                <a:sym typeface="Red Hat Display Medium"/>
              </a:defRPr>
            </a:lvl3pPr>
            <a:lvl4pPr lvl="3" rtl="0" algn="ctr">
              <a:lnSpc>
                <a:spcPct val="100000"/>
              </a:lnSpc>
              <a:spcBef>
                <a:spcPts val="0"/>
              </a:spcBef>
              <a:spcAft>
                <a:spcPts val="0"/>
              </a:spcAft>
              <a:buClr>
                <a:schemeClr val="dk1"/>
              </a:buClr>
              <a:buSzPts val="2400"/>
              <a:buFont typeface="Red Hat Display Medium"/>
              <a:buNone/>
              <a:defRPr sz="2400">
                <a:solidFill>
                  <a:schemeClr val="dk1"/>
                </a:solidFill>
                <a:latin typeface="Red Hat Display Medium"/>
                <a:ea typeface="Red Hat Display Medium"/>
                <a:cs typeface="Red Hat Display Medium"/>
                <a:sym typeface="Red Hat Display Medium"/>
              </a:defRPr>
            </a:lvl4pPr>
            <a:lvl5pPr lvl="4" rtl="0" algn="ctr">
              <a:lnSpc>
                <a:spcPct val="100000"/>
              </a:lnSpc>
              <a:spcBef>
                <a:spcPts val="0"/>
              </a:spcBef>
              <a:spcAft>
                <a:spcPts val="0"/>
              </a:spcAft>
              <a:buClr>
                <a:schemeClr val="dk1"/>
              </a:buClr>
              <a:buSzPts val="2400"/>
              <a:buFont typeface="Red Hat Display Medium"/>
              <a:buNone/>
              <a:defRPr sz="2400">
                <a:solidFill>
                  <a:schemeClr val="dk1"/>
                </a:solidFill>
                <a:latin typeface="Red Hat Display Medium"/>
                <a:ea typeface="Red Hat Display Medium"/>
                <a:cs typeface="Red Hat Display Medium"/>
                <a:sym typeface="Red Hat Display Medium"/>
              </a:defRPr>
            </a:lvl5pPr>
            <a:lvl6pPr lvl="5" rtl="0" algn="ctr">
              <a:lnSpc>
                <a:spcPct val="100000"/>
              </a:lnSpc>
              <a:spcBef>
                <a:spcPts val="0"/>
              </a:spcBef>
              <a:spcAft>
                <a:spcPts val="0"/>
              </a:spcAft>
              <a:buClr>
                <a:schemeClr val="dk1"/>
              </a:buClr>
              <a:buSzPts val="2400"/>
              <a:buFont typeface="Red Hat Display Medium"/>
              <a:buNone/>
              <a:defRPr sz="2400">
                <a:solidFill>
                  <a:schemeClr val="dk1"/>
                </a:solidFill>
                <a:latin typeface="Red Hat Display Medium"/>
                <a:ea typeface="Red Hat Display Medium"/>
                <a:cs typeface="Red Hat Display Medium"/>
                <a:sym typeface="Red Hat Display Medium"/>
              </a:defRPr>
            </a:lvl6pPr>
            <a:lvl7pPr lvl="6" rtl="0" algn="ctr">
              <a:lnSpc>
                <a:spcPct val="100000"/>
              </a:lnSpc>
              <a:spcBef>
                <a:spcPts val="0"/>
              </a:spcBef>
              <a:spcAft>
                <a:spcPts val="0"/>
              </a:spcAft>
              <a:buClr>
                <a:schemeClr val="dk1"/>
              </a:buClr>
              <a:buSzPts val="2400"/>
              <a:buFont typeface="Red Hat Display Medium"/>
              <a:buNone/>
              <a:defRPr sz="2400">
                <a:solidFill>
                  <a:schemeClr val="dk1"/>
                </a:solidFill>
                <a:latin typeface="Red Hat Display Medium"/>
                <a:ea typeface="Red Hat Display Medium"/>
                <a:cs typeface="Red Hat Display Medium"/>
                <a:sym typeface="Red Hat Display Medium"/>
              </a:defRPr>
            </a:lvl7pPr>
            <a:lvl8pPr lvl="7" rtl="0" algn="ctr">
              <a:lnSpc>
                <a:spcPct val="100000"/>
              </a:lnSpc>
              <a:spcBef>
                <a:spcPts val="0"/>
              </a:spcBef>
              <a:spcAft>
                <a:spcPts val="0"/>
              </a:spcAft>
              <a:buClr>
                <a:schemeClr val="dk1"/>
              </a:buClr>
              <a:buSzPts val="2400"/>
              <a:buFont typeface="Red Hat Display Medium"/>
              <a:buNone/>
              <a:defRPr sz="2400">
                <a:solidFill>
                  <a:schemeClr val="dk1"/>
                </a:solidFill>
                <a:latin typeface="Red Hat Display Medium"/>
                <a:ea typeface="Red Hat Display Medium"/>
                <a:cs typeface="Red Hat Display Medium"/>
                <a:sym typeface="Red Hat Display Medium"/>
              </a:defRPr>
            </a:lvl8pPr>
            <a:lvl9pPr lvl="8" rtl="0" algn="ctr">
              <a:lnSpc>
                <a:spcPct val="100000"/>
              </a:lnSpc>
              <a:spcBef>
                <a:spcPts val="0"/>
              </a:spcBef>
              <a:spcAft>
                <a:spcPts val="0"/>
              </a:spcAft>
              <a:buClr>
                <a:schemeClr val="dk1"/>
              </a:buClr>
              <a:buSzPts val="2400"/>
              <a:buFont typeface="Red Hat Display Medium"/>
              <a:buNone/>
              <a:defRPr sz="2400">
                <a:solidFill>
                  <a:schemeClr val="dk1"/>
                </a:solidFill>
                <a:latin typeface="Red Hat Display Medium"/>
                <a:ea typeface="Red Hat Display Medium"/>
                <a:cs typeface="Red Hat Display Medium"/>
                <a:sym typeface="Red Hat Display Medium"/>
              </a:defRPr>
            </a:lvl9pPr>
          </a:lstStyle>
          <a:p/>
        </p:txBody>
      </p:sp>
      <p:sp>
        <p:nvSpPr>
          <p:cNvPr id="367" name="Google Shape;367;p29"/>
          <p:cNvSpPr txBox="1"/>
          <p:nvPr>
            <p:ph idx="7" type="subTitle"/>
          </p:nvPr>
        </p:nvSpPr>
        <p:spPr>
          <a:xfrm>
            <a:off x="4950746" y="2076650"/>
            <a:ext cx="2133600" cy="484800"/>
          </a:xfrm>
          <a:prstGeom prst="rect">
            <a:avLst/>
          </a:prstGeom>
          <a:ln>
            <a:noFill/>
          </a:ln>
        </p:spPr>
        <p:txBody>
          <a:bodyPr anchorCtr="0" anchor="b"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Red Hat Display Medium"/>
              <a:buNone/>
              <a:defRPr sz="1800">
                <a:solidFill>
                  <a:schemeClr val="dk1"/>
                </a:solidFill>
                <a:latin typeface="Tenor Sans"/>
                <a:ea typeface="Tenor Sans"/>
                <a:cs typeface="Tenor Sans"/>
                <a:sym typeface="Tenor Sans"/>
              </a:defRPr>
            </a:lvl1pPr>
            <a:lvl2pPr lvl="1" rtl="0" algn="ctr">
              <a:lnSpc>
                <a:spcPct val="100000"/>
              </a:lnSpc>
              <a:spcBef>
                <a:spcPts val="0"/>
              </a:spcBef>
              <a:spcAft>
                <a:spcPts val="0"/>
              </a:spcAft>
              <a:buClr>
                <a:schemeClr val="dk1"/>
              </a:buClr>
              <a:buSzPts val="2400"/>
              <a:buFont typeface="Red Hat Display Medium"/>
              <a:buNone/>
              <a:defRPr sz="2400">
                <a:solidFill>
                  <a:schemeClr val="dk1"/>
                </a:solidFill>
                <a:latin typeface="Red Hat Display Medium"/>
                <a:ea typeface="Red Hat Display Medium"/>
                <a:cs typeface="Red Hat Display Medium"/>
                <a:sym typeface="Red Hat Display Medium"/>
              </a:defRPr>
            </a:lvl2pPr>
            <a:lvl3pPr lvl="2" rtl="0" algn="ctr">
              <a:lnSpc>
                <a:spcPct val="100000"/>
              </a:lnSpc>
              <a:spcBef>
                <a:spcPts val="0"/>
              </a:spcBef>
              <a:spcAft>
                <a:spcPts val="0"/>
              </a:spcAft>
              <a:buClr>
                <a:schemeClr val="dk1"/>
              </a:buClr>
              <a:buSzPts val="2400"/>
              <a:buFont typeface="Red Hat Display Medium"/>
              <a:buNone/>
              <a:defRPr sz="2400">
                <a:solidFill>
                  <a:schemeClr val="dk1"/>
                </a:solidFill>
                <a:latin typeface="Red Hat Display Medium"/>
                <a:ea typeface="Red Hat Display Medium"/>
                <a:cs typeface="Red Hat Display Medium"/>
                <a:sym typeface="Red Hat Display Medium"/>
              </a:defRPr>
            </a:lvl3pPr>
            <a:lvl4pPr lvl="3" rtl="0" algn="ctr">
              <a:lnSpc>
                <a:spcPct val="100000"/>
              </a:lnSpc>
              <a:spcBef>
                <a:spcPts val="0"/>
              </a:spcBef>
              <a:spcAft>
                <a:spcPts val="0"/>
              </a:spcAft>
              <a:buClr>
                <a:schemeClr val="dk1"/>
              </a:buClr>
              <a:buSzPts val="2400"/>
              <a:buFont typeface="Red Hat Display Medium"/>
              <a:buNone/>
              <a:defRPr sz="2400">
                <a:solidFill>
                  <a:schemeClr val="dk1"/>
                </a:solidFill>
                <a:latin typeface="Red Hat Display Medium"/>
                <a:ea typeface="Red Hat Display Medium"/>
                <a:cs typeface="Red Hat Display Medium"/>
                <a:sym typeface="Red Hat Display Medium"/>
              </a:defRPr>
            </a:lvl4pPr>
            <a:lvl5pPr lvl="4" rtl="0" algn="ctr">
              <a:lnSpc>
                <a:spcPct val="100000"/>
              </a:lnSpc>
              <a:spcBef>
                <a:spcPts val="0"/>
              </a:spcBef>
              <a:spcAft>
                <a:spcPts val="0"/>
              </a:spcAft>
              <a:buClr>
                <a:schemeClr val="dk1"/>
              </a:buClr>
              <a:buSzPts val="2400"/>
              <a:buFont typeface="Red Hat Display Medium"/>
              <a:buNone/>
              <a:defRPr sz="2400">
                <a:solidFill>
                  <a:schemeClr val="dk1"/>
                </a:solidFill>
                <a:latin typeface="Red Hat Display Medium"/>
                <a:ea typeface="Red Hat Display Medium"/>
                <a:cs typeface="Red Hat Display Medium"/>
                <a:sym typeface="Red Hat Display Medium"/>
              </a:defRPr>
            </a:lvl5pPr>
            <a:lvl6pPr lvl="5" rtl="0" algn="ctr">
              <a:lnSpc>
                <a:spcPct val="100000"/>
              </a:lnSpc>
              <a:spcBef>
                <a:spcPts val="0"/>
              </a:spcBef>
              <a:spcAft>
                <a:spcPts val="0"/>
              </a:spcAft>
              <a:buClr>
                <a:schemeClr val="dk1"/>
              </a:buClr>
              <a:buSzPts val="2400"/>
              <a:buFont typeface="Red Hat Display Medium"/>
              <a:buNone/>
              <a:defRPr sz="2400">
                <a:solidFill>
                  <a:schemeClr val="dk1"/>
                </a:solidFill>
                <a:latin typeface="Red Hat Display Medium"/>
                <a:ea typeface="Red Hat Display Medium"/>
                <a:cs typeface="Red Hat Display Medium"/>
                <a:sym typeface="Red Hat Display Medium"/>
              </a:defRPr>
            </a:lvl6pPr>
            <a:lvl7pPr lvl="6" rtl="0" algn="ctr">
              <a:lnSpc>
                <a:spcPct val="100000"/>
              </a:lnSpc>
              <a:spcBef>
                <a:spcPts val="0"/>
              </a:spcBef>
              <a:spcAft>
                <a:spcPts val="0"/>
              </a:spcAft>
              <a:buClr>
                <a:schemeClr val="dk1"/>
              </a:buClr>
              <a:buSzPts val="2400"/>
              <a:buFont typeface="Red Hat Display Medium"/>
              <a:buNone/>
              <a:defRPr sz="2400">
                <a:solidFill>
                  <a:schemeClr val="dk1"/>
                </a:solidFill>
                <a:latin typeface="Red Hat Display Medium"/>
                <a:ea typeface="Red Hat Display Medium"/>
                <a:cs typeface="Red Hat Display Medium"/>
                <a:sym typeface="Red Hat Display Medium"/>
              </a:defRPr>
            </a:lvl7pPr>
            <a:lvl8pPr lvl="7" rtl="0" algn="ctr">
              <a:lnSpc>
                <a:spcPct val="100000"/>
              </a:lnSpc>
              <a:spcBef>
                <a:spcPts val="0"/>
              </a:spcBef>
              <a:spcAft>
                <a:spcPts val="0"/>
              </a:spcAft>
              <a:buClr>
                <a:schemeClr val="dk1"/>
              </a:buClr>
              <a:buSzPts val="2400"/>
              <a:buFont typeface="Red Hat Display Medium"/>
              <a:buNone/>
              <a:defRPr sz="2400">
                <a:solidFill>
                  <a:schemeClr val="dk1"/>
                </a:solidFill>
                <a:latin typeface="Red Hat Display Medium"/>
                <a:ea typeface="Red Hat Display Medium"/>
                <a:cs typeface="Red Hat Display Medium"/>
                <a:sym typeface="Red Hat Display Medium"/>
              </a:defRPr>
            </a:lvl8pPr>
            <a:lvl9pPr lvl="8" rtl="0" algn="ctr">
              <a:lnSpc>
                <a:spcPct val="100000"/>
              </a:lnSpc>
              <a:spcBef>
                <a:spcPts val="0"/>
              </a:spcBef>
              <a:spcAft>
                <a:spcPts val="0"/>
              </a:spcAft>
              <a:buClr>
                <a:schemeClr val="dk1"/>
              </a:buClr>
              <a:buSzPts val="2400"/>
              <a:buFont typeface="Red Hat Display Medium"/>
              <a:buNone/>
              <a:defRPr sz="2400">
                <a:solidFill>
                  <a:schemeClr val="dk1"/>
                </a:solidFill>
                <a:latin typeface="Red Hat Display Medium"/>
                <a:ea typeface="Red Hat Display Medium"/>
                <a:cs typeface="Red Hat Display Medium"/>
                <a:sym typeface="Red Hat Display Medium"/>
              </a:defRPr>
            </a:lvl9pPr>
          </a:lstStyle>
          <a:p/>
        </p:txBody>
      </p:sp>
      <p:sp>
        <p:nvSpPr>
          <p:cNvPr id="368" name="Google Shape;368;p29"/>
          <p:cNvSpPr txBox="1"/>
          <p:nvPr>
            <p:ph idx="8" type="subTitle"/>
          </p:nvPr>
        </p:nvSpPr>
        <p:spPr>
          <a:xfrm>
            <a:off x="4950746" y="3466575"/>
            <a:ext cx="2133600" cy="484800"/>
          </a:xfrm>
          <a:prstGeom prst="rect">
            <a:avLst/>
          </a:prstGeom>
          <a:ln>
            <a:noFill/>
          </a:ln>
        </p:spPr>
        <p:txBody>
          <a:bodyPr anchorCtr="0" anchor="b"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Red Hat Display Medium"/>
              <a:buNone/>
              <a:defRPr sz="1800">
                <a:solidFill>
                  <a:schemeClr val="dk1"/>
                </a:solidFill>
                <a:latin typeface="Tenor Sans"/>
                <a:ea typeface="Tenor Sans"/>
                <a:cs typeface="Tenor Sans"/>
                <a:sym typeface="Tenor Sans"/>
              </a:defRPr>
            </a:lvl1pPr>
            <a:lvl2pPr lvl="1" rtl="0" algn="ctr">
              <a:lnSpc>
                <a:spcPct val="100000"/>
              </a:lnSpc>
              <a:spcBef>
                <a:spcPts val="0"/>
              </a:spcBef>
              <a:spcAft>
                <a:spcPts val="0"/>
              </a:spcAft>
              <a:buClr>
                <a:schemeClr val="dk1"/>
              </a:buClr>
              <a:buSzPts val="2400"/>
              <a:buFont typeface="Red Hat Display Medium"/>
              <a:buNone/>
              <a:defRPr sz="2400">
                <a:solidFill>
                  <a:schemeClr val="dk1"/>
                </a:solidFill>
                <a:latin typeface="Red Hat Display Medium"/>
                <a:ea typeface="Red Hat Display Medium"/>
                <a:cs typeface="Red Hat Display Medium"/>
                <a:sym typeface="Red Hat Display Medium"/>
              </a:defRPr>
            </a:lvl2pPr>
            <a:lvl3pPr lvl="2" rtl="0" algn="ctr">
              <a:lnSpc>
                <a:spcPct val="100000"/>
              </a:lnSpc>
              <a:spcBef>
                <a:spcPts val="0"/>
              </a:spcBef>
              <a:spcAft>
                <a:spcPts val="0"/>
              </a:spcAft>
              <a:buClr>
                <a:schemeClr val="dk1"/>
              </a:buClr>
              <a:buSzPts val="2400"/>
              <a:buFont typeface="Red Hat Display Medium"/>
              <a:buNone/>
              <a:defRPr sz="2400">
                <a:solidFill>
                  <a:schemeClr val="dk1"/>
                </a:solidFill>
                <a:latin typeface="Red Hat Display Medium"/>
                <a:ea typeface="Red Hat Display Medium"/>
                <a:cs typeface="Red Hat Display Medium"/>
                <a:sym typeface="Red Hat Display Medium"/>
              </a:defRPr>
            </a:lvl3pPr>
            <a:lvl4pPr lvl="3" rtl="0" algn="ctr">
              <a:lnSpc>
                <a:spcPct val="100000"/>
              </a:lnSpc>
              <a:spcBef>
                <a:spcPts val="0"/>
              </a:spcBef>
              <a:spcAft>
                <a:spcPts val="0"/>
              </a:spcAft>
              <a:buClr>
                <a:schemeClr val="dk1"/>
              </a:buClr>
              <a:buSzPts val="2400"/>
              <a:buFont typeface="Red Hat Display Medium"/>
              <a:buNone/>
              <a:defRPr sz="2400">
                <a:solidFill>
                  <a:schemeClr val="dk1"/>
                </a:solidFill>
                <a:latin typeface="Red Hat Display Medium"/>
                <a:ea typeface="Red Hat Display Medium"/>
                <a:cs typeface="Red Hat Display Medium"/>
                <a:sym typeface="Red Hat Display Medium"/>
              </a:defRPr>
            </a:lvl4pPr>
            <a:lvl5pPr lvl="4" rtl="0" algn="ctr">
              <a:lnSpc>
                <a:spcPct val="100000"/>
              </a:lnSpc>
              <a:spcBef>
                <a:spcPts val="0"/>
              </a:spcBef>
              <a:spcAft>
                <a:spcPts val="0"/>
              </a:spcAft>
              <a:buClr>
                <a:schemeClr val="dk1"/>
              </a:buClr>
              <a:buSzPts val="2400"/>
              <a:buFont typeface="Red Hat Display Medium"/>
              <a:buNone/>
              <a:defRPr sz="2400">
                <a:solidFill>
                  <a:schemeClr val="dk1"/>
                </a:solidFill>
                <a:latin typeface="Red Hat Display Medium"/>
                <a:ea typeface="Red Hat Display Medium"/>
                <a:cs typeface="Red Hat Display Medium"/>
                <a:sym typeface="Red Hat Display Medium"/>
              </a:defRPr>
            </a:lvl5pPr>
            <a:lvl6pPr lvl="5" rtl="0" algn="ctr">
              <a:lnSpc>
                <a:spcPct val="100000"/>
              </a:lnSpc>
              <a:spcBef>
                <a:spcPts val="0"/>
              </a:spcBef>
              <a:spcAft>
                <a:spcPts val="0"/>
              </a:spcAft>
              <a:buClr>
                <a:schemeClr val="dk1"/>
              </a:buClr>
              <a:buSzPts val="2400"/>
              <a:buFont typeface="Red Hat Display Medium"/>
              <a:buNone/>
              <a:defRPr sz="2400">
                <a:solidFill>
                  <a:schemeClr val="dk1"/>
                </a:solidFill>
                <a:latin typeface="Red Hat Display Medium"/>
                <a:ea typeface="Red Hat Display Medium"/>
                <a:cs typeface="Red Hat Display Medium"/>
                <a:sym typeface="Red Hat Display Medium"/>
              </a:defRPr>
            </a:lvl6pPr>
            <a:lvl7pPr lvl="6" rtl="0" algn="ctr">
              <a:lnSpc>
                <a:spcPct val="100000"/>
              </a:lnSpc>
              <a:spcBef>
                <a:spcPts val="0"/>
              </a:spcBef>
              <a:spcAft>
                <a:spcPts val="0"/>
              </a:spcAft>
              <a:buClr>
                <a:schemeClr val="dk1"/>
              </a:buClr>
              <a:buSzPts val="2400"/>
              <a:buFont typeface="Red Hat Display Medium"/>
              <a:buNone/>
              <a:defRPr sz="2400">
                <a:solidFill>
                  <a:schemeClr val="dk1"/>
                </a:solidFill>
                <a:latin typeface="Red Hat Display Medium"/>
                <a:ea typeface="Red Hat Display Medium"/>
                <a:cs typeface="Red Hat Display Medium"/>
                <a:sym typeface="Red Hat Display Medium"/>
              </a:defRPr>
            </a:lvl7pPr>
            <a:lvl8pPr lvl="7" rtl="0" algn="ctr">
              <a:lnSpc>
                <a:spcPct val="100000"/>
              </a:lnSpc>
              <a:spcBef>
                <a:spcPts val="0"/>
              </a:spcBef>
              <a:spcAft>
                <a:spcPts val="0"/>
              </a:spcAft>
              <a:buClr>
                <a:schemeClr val="dk1"/>
              </a:buClr>
              <a:buSzPts val="2400"/>
              <a:buFont typeface="Red Hat Display Medium"/>
              <a:buNone/>
              <a:defRPr sz="2400">
                <a:solidFill>
                  <a:schemeClr val="dk1"/>
                </a:solidFill>
                <a:latin typeface="Red Hat Display Medium"/>
                <a:ea typeface="Red Hat Display Medium"/>
                <a:cs typeface="Red Hat Display Medium"/>
                <a:sym typeface="Red Hat Display Medium"/>
              </a:defRPr>
            </a:lvl8pPr>
            <a:lvl9pPr lvl="8" rtl="0" algn="ctr">
              <a:lnSpc>
                <a:spcPct val="100000"/>
              </a:lnSpc>
              <a:spcBef>
                <a:spcPts val="0"/>
              </a:spcBef>
              <a:spcAft>
                <a:spcPts val="0"/>
              </a:spcAft>
              <a:buClr>
                <a:schemeClr val="dk1"/>
              </a:buClr>
              <a:buSzPts val="2400"/>
              <a:buFont typeface="Red Hat Display Medium"/>
              <a:buNone/>
              <a:defRPr sz="2400">
                <a:solidFill>
                  <a:schemeClr val="dk1"/>
                </a:solidFill>
                <a:latin typeface="Red Hat Display Medium"/>
                <a:ea typeface="Red Hat Display Medium"/>
                <a:cs typeface="Red Hat Display Medium"/>
                <a:sym typeface="Red Hat Display Medium"/>
              </a:defRPr>
            </a:lvl9pPr>
          </a:lstStyle>
          <a:p/>
        </p:txBody>
      </p:sp>
      <p:pic>
        <p:nvPicPr>
          <p:cNvPr id="369" name="Google Shape;369;p29"/>
          <p:cNvPicPr preferRelativeResize="0"/>
          <p:nvPr/>
        </p:nvPicPr>
        <p:blipFill>
          <a:blip r:embed="rId3">
            <a:alphaModFix/>
          </a:blip>
          <a:stretch>
            <a:fillRect/>
          </a:stretch>
        </p:blipFill>
        <p:spPr>
          <a:xfrm flipH="1" rot="-9313635">
            <a:off x="-677151" y="2083800"/>
            <a:ext cx="924283" cy="2326864"/>
          </a:xfrm>
          <a:prstGeom prst="rect">
            <a:avLst/>
          </a:prstGeom>
          <a:noFill/>
          <a:ln>
            <a:noFill/>
          </a:ln>
        </p:spPr>
      </p:pic>
      <p:pic>
        <p:nvPicPr>
          <p:cNvPr id="370" name="Google Shape;370;p29"/>
          <p:cNvPicPr preferRelativeResize="0"/>
          <p:nvPr/>
        </p:nvPicPr>
        <p:blipFill>
          <a:blip r:embed="rId4">
            <a:alphaModFix/>
          </a:blip>
          <a:stretch>
            <a:fillRect/>
          </a:stretch>
        </p:blipFill>
        <p:spPr>
          <a:xfrm flipH="1" rot="-1599092">
            <a:off x="9240479" y="424848"/>
            <a:ext cx="281748" cy="3263154"/>
          </a:xfrm>
          <a:prstGeom prst="rect">
            <a:avLst/>
          </a:prstGeom>
          <a:noFill/>
          <a:ln>
            <a:noFill/>
          </a:ln>
        </p:spPr>
      </p:pic>
      <p:pic>
        <p:nvPicPr>
          <p:cNvPr id="371" name="Google Shape;371;p29"/>
          <p:cNvPicPr preferRelativeResize="0"/>
          <p:nvPr/>
        </p:nvPicPr>
        <p:blipFill>
          <a:blip r:embed="rId5">
            <a:alphaModFix/>
          </a:blip>
          <a:stretch>
            <a:fillRect/>
          </a:stretch>
        </p:blipFill>
        <p:spPr>
          <a:xfrm flipH="1" rot="1762862">
            <a:off x="-528663" y="3440037"/>
            <a:ext cx="793450" cy="1247775"/>
          </a:xfrm>
          <a:prstGeom prst="rect">
            <a:avLst/>
          </a:prstGeom>
          <a:noFill/>
          <a:ln>
            <a:noFill/>
          </a:ln>
        </p:spPr>
      </p:pic>
      <p:pic>
        <p:nvPicPr>
          <p:cNvPr id="372" name="Google Shape;372;p29"/>
          <p:cNvPicPr preferRelativeResize="0"/>
          <p:nvPr/>
        </p:nvPicPr>
        <p:blipFill>
          <a:blip r:embed="rId6">
            <a:alphaModFix/>
          </a:blip>
          <a:stretch>
            <a:fillRect/>
          </a:stretch>
        </p:blipFill>
        <p:spPr>
          <a:xfrm flipH="1" rot="3470458">
            <a:off x="7724500" y="2548196"/>
            <a:ext cx="2927147" cy="1120450"/>
          </a:xfrm>
          <a:prstGeom prst="rect">
            <a:avLst/>
          </a:prstGeom>
          <a:noFill/>
          <a:ln>
            <a:noFill/>
          </a:ln>
        </p:spPr>
      </p:pic>
      <p:pic>
        <p:nvPicPr>
          <p:cNvPr id="373" name="Google Shape;373;p29"/>
          <p:cNvPicPr preferRelativeResize="0"/>
          <p:nvPr/>
        </p:nvPicPr>
        <p:blipFill>
          <a:blip r:embed="rId7">
            <a:alphaModFix/>
          </a:blip>
          <a:stretch>
            <a:fillRect/>
          </a:stretch>
        </p:blipFill>
        <p:spPr>
          <a:xfrm flipH="1" rot="-1366062">
            <a:off x="8860663" y="2866845"/>
            <a:ext cx="268274" cy="2718458"/>
          </a:xfrm>
          <a:prstGeom prst="rect">
            <a:avLst/>
          </a:prstGeom>
          <a:noFill/>
          <a:ln>
            <a:noFill/>
          </a:ln>
        </p:spPr>
      </p:pic>
      <p:pic>
        <p:nvPicPr>
          <p:cNvPr id="374" name="Google Shape;374;p29"/>
          <p:cNvPicPr preferRelativeResize="0"/>
          <p:nvPr/>
        </p:nvPicPr>
        <p:blipFill>
          <a:blip r:embed="rId8">
            <a:alphaModFix/>
          </a:blip>
          <a:stretch>
            <a:fillRect/>
          </a:stretch>
        </p:blipFill>
        <p:spPr>
          <a:xfrm>
            <a:off x="45077" y="4295494"/>
            <a:ext cx="1248100" cy="1421138"/>
          </a:xfrm>
          <a:prstGeom prst="rect">
            <a:avLst/>
          </a:prstGeom>
          <a:noFill/>
          <a:ln>
            <a:noFill/>
          </a:ln>
        </p:spPr>
      </p:pic>
      <p:pic>
        <p:nvPicPr>
          <p:cNvPr id="375" name="Google Shape;375;p29"/>
          <p:cNvPicPr preferRelativeResize="0"/>
          <p:nvPr/>
        </p:nvPicPr>
        <p:blipFill>
          <a:blip r:embed="rId9">
            <a:alphaModFix/>
          </a:blip>
          <a:stretch>
            <a:fillRect/>
          </a:stretch>
        </p:blipFill>
        <p:spPr>
          <a:xfrm rot="-1209382">
            <a:off x="8899752" y="3921404"/>
            <a:ext cx="218545" cy="2771838"/>
          </a:xfrm>
          <a:prstGeom prst="rect">
            <a:avLst/>
          </a:prstGeom>
          <a:noFill/>
          <a:ln>
            <a:noFill/>
          </a:ln>
        </p:spPr>
      </p:pic>
      <p:pic>
        <p:nvPicPr>
          <p:cNvPr id="376" name="Google Shape;376;p29"/>
          <p:cNvPicPr preferRelativeResize="0"/>
          <p:nvPr/>
        </p:nvPicPr>
        <p:blipFill>
          <a:blip r:embed="rId10">
            <a:alphaModFix/>
          </a:blip>
          <a:stretch>
            <a:fillRect/>
          </a:stretch>
        </p:blipFill>
        <p:spPr>
          <a:xfrm rot="-644089">
            <a:off x="-856616" y="1102420"/>
            <a:ext cx="1538432" cy="1751983"/>
          </a:xfrm>
          <a:prstGeom prst="rect">
            <a:avLst/>
          </a:prstGeom>
          <a:noFill/>
          <a:ln>
            <a:noFill/>
          </a:ln>
        </p:spPr>
      </p:pic>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ive columns">
  <p:cSld name="BLANK_1_1_1_1_1_2">
    <p:spTree>
      <p:nvGrpSpPr>
        <p:cNvPr id="377" name="Shape 377"/>
        <p:cNvGrpSpPr/>
        <p:nvPr/>
      </p:nvGrpSpPr>
      <p:grpSpPr>
        <a:xfrm>
          <a:off x="0" y="0"/>
          <a:ext cx="0" cy="0"/>
          <a:chOff x="0" y="0"/>
          <a:chExt cx="0" cy="0"/>
        </a:xfrm>
      </p:grpSpPr>
      <p:pic>
        <p:nvPicPr>
          <p:cNvPr id="378" name="Google Shape;378;p30"/>
          <p:cNvPicPr preferRelativeResize="0"/>
          <p:nvPr/>
        </p:nvPicPr>
        <p:blipFill>
          <a:blip r:embed="rId2">
            <a:alphaModFix/>
          </a:blip>
          <a:stretch>
            <a:fillRect/>
          </a:stretch>
        </p:blipFill>
        <p:spPr>
          <a:xfrm>
            <a:off x="0" y="0"/>
            <a:ext cx="9144003" cy="5143501"/>
          </a:xfrm>
          <a:prstGeom prst="rect">
            <a:avLst/>
          </a:prstGeom>
          <a:noFill/>
          <a:ln>
            <a:noFill/>
          </a:ln>
        </p:spPr>
      </p:pic>
      <p:sp>
        <p:nvSpPr>
          <p:cNvPr id="379" name="Google Shape;379;p30"/>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380" name="Google Shape;380;p30"/>
          <p:cNvSpPr txBox="1"/>
          <p:nvPr>
            <p:ph idx="1" type="subTitle"/>
          </p:nvPr>
        </p:nvSpPr>
        <p:spPr>
          <a:xfrm>
            <a:off x="720000" y="2198922"/>
            <a:ext cx="2336400" cy="572700"/>
          </a:xfrm>
          <a:prstGeom prst="rect">
            <a:avLst/>
          </a:prstGeom>
          <a:ln>
            <a:noFill/>
          </a:ln>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381" name="Google Shape;381;p30"/>
          <p:cNvSpPr txBox="1"/>
          <p:nvPr>
            <p:ph idx="2" type="subTitle"/>
          </p:nvPr>
        </p:nvSpPr>
        <p:spPr>
          <a:xfrm>
            <a:off x="3403800" y="2198922"/>
            <a:ext cx="2336400" cy="572700"/>
          </a:xfrm>
          <a:prstGeom prst="rect">
            <a:avLst/>
          </a:prstGeom>
          <a:ln>
            <a:noFill/>
          </a:ln>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382" name="Google Shape;382;p30"/>
          <p:cNvSpPr txBox="1"/>
          <p:nvPr>
            <p:ph idx="3" type="subTitle"/>
          </p:nvPr>
        </p:nvSpPr>
        <p:spPr>
          <a:xfrm>
            <a:off x="6087600" y="2198922"/>
            <a:ext cx="2336400" cy="572700"/>
          </a:xfrm>
          <a:prstGeom prst="rect">
            <a:avLst/>
          </a:prstGeom>
          <a:ln>
            <a:noFill/>
          </a:ln>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383" name="Google Shape;383;p30"/>
          <p:cNvSpPr txBox="1"/>
          <p:nvPr>
            <p:ph idx="4" type="subTitle"/>
          </p:nvPr>
        </p:nvSpPr>
        <p:spPr>
          <a:xfrm>
            <a:off x="2061900" y="3552274"/>
            <a:ext cx="2336400" cy="572700"/>
          </a:xfrm>
          <a:prstGeom prst="rect">
            <a:avLst/>
          </a:prstGeom>
          <a:ln>
            <a:noFill/>
          </a:ln>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384" name="Google Shape;384;p30"/>
          <p:cNvSpPr txBox="1"/>
          <p:nvPr>
            <p:ph idx="5" type="subTitle"/>
          </p:nvPr>
        </p:nvSpPr>
        <p:spPr>
          <a:xfrm>
            <a:off x="4745700" y="3552274"/>
            <a:ext cx="2336400" cy="572700"/>
          </a:xfrm>
          <a:prstGeom prst="rect">
            <a:avLst/>
          </a:prstGeom>
          <a:ln>
            <a:noFill/>
          </a:ln>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385" name="Google Shape;385;p30"/>
          <p:cNvSpPr txBox="1"/>
          <p:nvPr>
            <p:ph idx="6" type="subTitle"/>
          </p:nvPr>
        </p:nvSpPr>
        <p:spPr>
          <a:xfrm>
            <a:off x="715100" y="1790325"/>
            <a:ext cx="2336400" cy="484800"/>
          </a:xfrm>
          <a:prstGeom prst="rect">
            <a:avLst/>
          </a:prstGeom>
          <a:ln>
            <a:noFill/>
          </a:ln>
        </p:spPr>
        <p:txBody>
          <a:bodyPr anchorCtr="0" anchor="b" bIns="91425" lIns="91425" spcFirstLastPara="1" rIns="91425" wrap="square" tIns="91425">
            <a:noAutofit/>
          </a:bodyPr>
          <a:lstStyle>
            <a:lvl1pPr lvl="0" rtl="0" algn="ctr">
              <a:lnSpc>
                <a:spcPct val="100000"/>
              </a:lnSpc>
              <a:spcBef>
                <a:spcPts val="0"/>
              </a:spcBef>
              <a:spcAft>
                <a:spcPts val="0"/>
              </a:spcAft>
              <a:buClr>
                <a:schemeClr val="dk1"/>
              </a:buClr>
              <a:buSzPts val="1800"/>
              <a:buFont typeface="Tenor Sans"/>
              <a:buNone/>
              <a:defRPr sz="1800">
                <a:solidFill>
                  <a:schemeClr val="dk1"/>
                </a:solidFill>
                <a:latin typeface="Tenor Sans"/>
                <a:ea typeface="Tenor Sans"/>
                <a:cs typeface="Tenor Sans"/>
                <a:sym typeface="Tenor Sans"/>
              </a:defRPr>
            </a:lvl1pPr>
            <a:lvl2pPr lvl="1" rtl="0" algn="ctr">
              <a:lnSpc>
                <a:spcPct val="100000"/>
              </a:lnSpc>
              <a:spcBef>
                <a:spcPts val="0"/>
              </a:spcBef>
              <a:spcAft>
                <a:spcPts val="0"/>
              </a:spcAft>
              <a:buClr>
                <a:schemeClr val="dk1"/>
              </a:buClr>
              <a:buSzPts val="1800"/>
              <a:buFont typeface="Tenor Sans"/>
              <a:buNone/>
              <a:defRPr sz="1800">
                <a:solidFill>
                  <a:schemeClr val="dk1"/>
                </a:solidFill>
                <a:latin typeface="Tenor Sans"/>
                <a:ea typeface="Tenor Sans"/>
                <a:cs typeface="Tenor Sans"/>
                <a:sym typeface="Tenor Sans"/>
              </a:defRPr>
            </a:lvl2pPr>
            <a:lvl3pPr lvl="2" rtl="0" algn="ctr">
              <a:lnSpc>
                <a:spcPct val="100000"/>
              </a:lnSpc>
              <a:spcBef>
                <a:spcPts val="0"/>
              </a:spcBef>
              <a:spcAft>
                <a:spcPts val="0"/>
              </a:spcAft>
              <a:buClr>
                <a:schemeClr val="dk1"/>
              </a:buClr>
              <a:buSzPts val="1800"/>
              <a:buFont typeface="Tenor Sans"/>
              <a:buNone/>
              <a:defRPr sz="1800">
                <a:solidFill>
                  <a:schemeClr val="dk1"/>
                </a:solidFill>
                <a:latin typeface="Tenor Sans"/>
                <a:ea typeface="Tenor Sans"/>
                <a:cs typeface="Tenor Sans"/>
                <a:sym typeface="Tenor Sans"/>
              </a:defRPr>
            </a:lvl3pPr>
            <a:lvl4pPr lvl="3" rtl="0" algn="ctr">
              <a:lnSpc>
                <a:spcPct val="100000"/>
              </a:lnSpc>
              <a:spcBef>
                <a:spcPts val="0"/>
              </a:spcBef>
              <a:spcAft>
                <a:spcPts val="0"/>
              </a:spcAft>
              <a:buClr>
                <a:schemeClr val="dk1"/>
              </a:buClr>
              <a:buSzPts val="1800"/>
              <a:buFont typeface="Tenor Sans"/>
              <a:buNone/>
              <a:defRPr sz="1800">
                <a:solidFill>
                  <a:schemeClr val="dk1"/>
                </a:solidFill>
                <a:latin typeface="Tenor Sans"/>
                <a:ea typeface="Tenor Sans"/>
                <a:cs typeface="Tenor Sans"/>
                <a:sym typeface="Tenor Sans"/>
              </a:defRPr>
            </a:lvl4pPr>
            <a:lvl5pPr lvl="4" rtl="0" algn="ctr">
              <a:lnSpc>
                <a:spcPct val="100000"/>
              </a:lnSpc>
              <a:spcBef>
                <a:spcPts val="0"/>
              </a:spcBef>
              <a:spcAft>
                <a:spcPts val="0"/>
              </a:spcAft>
              <a:buClr>
                <a:schemeClr val="dk1"/>
              </a:buClr>
              <a:buSzPts val="1800"/>
              <a:buFont typeface="Tenor Sans"/>
              <a:buNone/>
              <a:defRPr sz="1800">
                <a:solidFill>
                  <a:schemeClr val="dk1"/>
                </a:solidFill>
                <a:latin typeface="Tenor Sans"/>
                <a:ea typeface="Tenor Sans"/>
                <a:cs typeface="Tenor Sans"/>
                <a:sym typeface="Tenor Sans"/>
              </a:defRPr>
            </a:lvl5pPr>
            <a:lvl6pPr lvl="5" rtl="0" algn="ctr">
              <a:lnSpc>
                <a:spcPct val="100000"/>
              </a:lnSpc>
              <a:spcBef>
                <a:spcPts val="0"/>
              </a:spcBef>
              <a:spcAft>
                <a:spcPts val="0"/>
              </a:spcAft>
              <a:buClr>
                <a:schemeClr val="dk1"/>
              </a:buClr>
              <a:buSzPts val="1800"/>
              <a:buFont typeface="Tenor Sans"/>
              <a:buNone/>
              <a:defRPr sz="1800">
                <a:solidFill>
                  <a:schemeClr val="dk1"/>
                </a:solidFill>
                <a:latin typeface="Tenor Sans"/>
                <a:ea typeface="Tenor Sans"/>
                <a:cs typeface="Tenor Sans"/>
                <a:sym typeface="Tenor Sans"/>
              </a:defRPr>
            </a:lvl6pPr>
            <a:lvl7pPr lvl="6" rtl="0" algn="ctr">
              <a:lnSpc>
                <a:spcPct val="100000"/>
              </a:lnSpc>
              <a:spcBef>
                <a:spcPts val="0"/>
              </a:spcBef>
              <a:spcAft>
                <a:spcPts val="0"/>
              </a:spcAft>
              <a:buClr>
                <a:schemeClr val="dk1"/>
              </a:buClr>
              <a:buSzPts val="1800"/>
              <a:buFont typeface="Tenor Sans"/>
              <a:buNone/>
              <a:defRPr sz="1800">
                <a:solidFill>
                  <a:schemeClr val="dk1"/>
                </a:solidFill>
                <a:latin typeface="Tenor Sans"/>
                <a:ea typeface="Tenor Sans"/>
                <a:cs typeface="Tenor Sans"/>
                <a:sym typeface="Tenor Sans"/>
              </a:defRPr>
            </a:lvl7pPr>
            <a:lvl8pPr lvl="7" rtl="0" algn="ctr">
              <a:lnSpc>
                <a:spcPct val="100000"/>
              </a:lnSpc>
              <a:spcBef>
                <a:spcPts val="0"/>
              </a:spcBef>
              <a:spcAft>
                <a:spcPts val="0"/>
              </a:spcAft>
              <a:buClr>
                <a:schemeClr val="dk1"/>
              </a:buClr>
              <a:buSzPts val="1800"/>
              <a:buFont typeface="Tenor Sans"/>
              <a:buNone/>
              <a:defRPr sz="1800">
                <a:solidFill>
                  <a:schemeClr val="dk1"/>
                </a:solidFill>
                <a:latin typeface="Tenor Sans"/>
                <a:ea typeface="Tenor Sans"/>
                <a:cs typeface="Tenor Sans"/>
                <a:sym typeface="Tenor Sans"/>
              </a:defRPr>
            </a:lvl8pPr>
            <a:lvl9pPr lvl="8" rtl="0" algn="ctr">
              <a:lnSpc>
                <a:spcPct val="100000"/>
              </a:lnSpc>
              <a:spcBef>
                <a:spcPts val="0"/>
              </a:spcBef>
              <a:spcAft>
                <a:spcPts val="0"/>
              </a:spcAft>
              <a:buClr>
                <a:schemeClr val="dk1"/>
              </a:buClr>
              <a:buSzPts val="1800"/>
              <a:buFont typeface="Tenor Sans"/>
              <a:buNone/>
              <a:defRPr sz="1800">
                <a:solidFill>
                  <a:schemeClr val="dk1"/>
                </a:solidFill>
                <a:latin typeface="Tenor Sans"/>
                <a:ea typeface="Tenor Sans"/>
                <a:cs typeface="Tenor Sans"/>
                <a:sym typeface="Tenor Sans"/>
              </a:defRPr>
            </a:lvl9pPr>
          </a:lstStyle>
          <a:p/>
        </p:txBody>
      </p:sp>
      <p:sp>
        <p:nvSpPr>
          <p:cNvPr id="386" name="Google Shape;386;p30"/>
          <p:cNvSpPr txBox="1"/>
          <p:nvPr>
            <p:ph idx="7" type="subTitle"/>
          </p:nvPr>
        </p:nvSpPr>
        <p:spPr>
          <a:xfrm>
            <a:off x="3403800" y="1790325"/>
            <a:ext cx="2336400" cy="484800"/>
          </a:xfrm>
          <a:prstGeom prst="rect">
            <a:avLst/>
          </a:prstGeom>
          <a:ln>
            <a:noFill/>
          </a:ln>
        </p:spPr>
        <p:txBody>
          <a:bodyPr anchorCtr="0" anchor="b" bIns="91425" lIns="91425" spcFirstLastPara="1" rIns="91425" wrap="square" tIns="91425">
            <a:noAutofit/>
          </a:bodyPr>
          <a:lstStyle>
            <a:lvl1pPr lvl="0" rtl="0" algn="ctr">
              <a:lnSpc>
                <a:spcPct val="100000"/>
              </a:lnSpc>
              <a:spcBef>
                <a:spcPts val="0"/>
              </a:spcBef>
              <a:spcAft>
                <a:spcPts val="0"/>
              </a:spcAft>
              <a:buClr>
                <a:schemeClr val="dk1"/>
              </a:buClr>
              <a:buSzPts val="1800"/>
              <a:buFont typeface="Tenor Sans"/>
              <a:buNone/>
              <a:defRPr sz="1800">
                <a:solidFill>
                  <a:schemeClr val="dk1"/>
                </a:solidFill>
                <a:latin typeface="Tenor Sans"/>
                <a:ea typeface="Tenor Sans"/>
                <a:cs typeface="Tenor Sans"/>
                <a:sym typeface="Tenor Sans"/>
              </a:defRPr>
            </a:lvl1pPr>
            <a:lvl2pPr lvl="1" rtl="0" algn="ctr">
              <a:lnSpc>
                <a:spcPct val="100000"/>
              </a:lnSpc>
              <a:spcBef>
                <a:spcPts val="0"/>
              </a:spcBef>
              <a:spcAft>
                <a:spcPts val="0"/>
              </a:spcAft>
              <a:buClr>
                <a:schemeClr val="dk1"/>
              </a:buClr>
              <a:buSzPts val="1800"/>
              <a:buFont typeface="Tenor Sans"/>
              <a:buNone/>
              <a:defRPr sz="1800">
                <a:solidFill>
                  <a:schemeClr val="dk1"/>
                </a:solidFill>
                <a:latin typeface="Tenor Sans"/>
                <a:ea typeface="Tenor Sans"/>
                <a:cs typeface="Tenor Sans"/>
                <a:sym typeface="Tenor Sans"/>
              </a:defRPr>
            </a:lvl2pPr>
            <a:lvl3pPr lvl="2" rtl="0" algn="ctr">
              <a:lnSpc>
                <a:spcPct val="100000"/>
              </a:lnSpc>
              <a:spcBef>
                <a:spcPts val="0"/>
              </a:spcBef>
              <a:spcAft>
                <a:spcPts val="0"/>
              </a:spcAft>
              <a:buClr>
                <a:schemeClr val="dk1"/>
              </a:buClr>
              <a:buSzPts val="1800"/>
              <a:buFont typeface="Tenor Sans"/>
              <a:buNone/>
              <a:defRPr sz="1800">
                <a:solidFill>
                  <a:schemeClr val="dk1"/>
                </a:solidFill>
                <a:latin typeface="Tenor Sans"/>
                <a:ea typeface="Tenor Sans"/>
                <a:cs typeface="Tenor Sans"/>
                <a:sym typeface="Tenor Sans"/>
              </a:defRPr>
            </a:lvl3pPr>
            <a:lvl4pPr lvl="3" rtl="0" algn="ctr">
              <a:lnSpc>
                <a:spcPct val="100000"/>
              </a:lnSpc>
              <a:spcBef>
                <a:spcPts val="0"/>
              </a:spcBef>
              <a:spcAft>
                <a:spcPts val="0"/>
              </a:spcAft>
              <a:buClr>
                <a:schemeClr val="dk1"/>
              </a:buClr>
              <a:buSzPts val="1800"/>
              <a:buFont typeface="Tenor Sans"/>
              <a:buNone/>
              <a:defRPr sz="1800">
                <a:solidFill>
                  <a:schemeClr val="dk1"/>
                </a:solidFill>
                <a:latin typeface="Tenor Sans"/>
                <a:ea typeface="Tenor Sans"/>
                <a:cs typeface="Tenor Sans"/>
                <a:sym typeface="Tenor Sans"/>
              </a:defRPr>
            </a:lvl4pPr>
            <a:lvl5pPr lvl="4" rtl="0" algn="ctr">
              <a:lnSpc>
                <a:spcPct val="100000"/>
              </a:lnSpc>
              <a:spcBef>
                <a:spcPts val="0"/>
              </a:spcBef>
              <a:spcAft>
                <a:spcPts val="0"/>
              </a:spcAft>
              <a:buClr>
                <a:schemeClr val="dk1"/>
              </a:buClr>
              <a:buSzPts val="1800"/>
              <a:buFont typeface="Tenor Sans"/>
              <a:buNone/>
              <a:defRPr sz="1800">
                <a:solidFill>
                  <a:schemeClr val="dk1"/>
                </a:solidFill>
                <a:latin typeface="Tenor Sans"/>
                <a:ea typeface="Tenor Sans"/>
                <a:cs typeface="Tenor Sans"/>
                <a:sym typeface="Tenor Sans"/>
              </a:defRPr>
            </a:lvl5pPr>
            <a:lvl6pPr lvl="5" rtl="0" algn="ctr">
              <a:lnSpc>
                <a:spcPct val="100000"/>
              </a:lnSpc>
              <a:spcBef>
                <a:spcPts val="0"/>
              </a:spcBef>
              <a:spcAft>
                <a:spcPts val="0"/>
              </a:spcAft>
              <a:buClr>
                <a:schemeClr val="dk1"/>
              </a:buClr>
              <a:buSzPts val="1800"/>
              <a:buFont typeface="Tenor Sans"/>
              <a:buNone/>
              <a:defRPr sz="1800">
                <a:solidFill>
                  <a:schemeClr val="dk1"/>
                </a:solidFill>
                <a:latin typeface="Tenor Sans"/>
                <a:ea typeface="Tenor Sans"/>
                <a:cs typeface="Tenor Sans"/>
                <a:sym typeface="Tenor Sans"/>
              </a:defRPr>
            </a:lvl6pPr>
            <a:lvl7pPr lvl="6" rtl="0" algn="ctr">
              <a:lnSpc>
                <a:spcPct val="100000"/>
              </a:lnSpc>
              <a:spcBef>
                <a:spcPts val="0"/>
              </a:spcBef>
              <a:spcAft>
                <a:spcPts val="0"/>
              </a:spcAft>
              <a:buClr>
                <a:schemeClr val="dk1"/>
              </a:buClr>
              <a:buSzPts val="1800"/>
              <a:buFont typeface="Tenor Sans"/>
              <a:buNone/>
              <a:defRPr sz="1800">
                <a:solidFill>
                  <a:schemeClr val="dk1"/>
                </a:solidFill>
                <a:latin typeface="Tenor Sans"/>
                <a:ea typeface="Tenor Sans"/>
                <a:cs typeface="Tenor Sans"/>
                <a:sym typeface="Tenor Sans"/>
              </a:defRPr>
            </a:lvl7pPr>
            <a:lvl8pPr lvl="7" rtl="0" algn="ctr">
              <a:lnSpc>
                <a:spcPct val="100000"/>
              </a:lnSpc>
              <a:spcBef>
                <a:spcPts val="0"/>
              </a:spcBef>
              <a:spcAft>
                <a:spcPts val="0"/>
              </a:spcAft>
              <a:buClr>
                <a:schemeClr val="dk1"/>
              </a:buClr>
              <a:buSzPts val="1800"/>
              <a:buFont typeface="Tenor Sans"/>
              <a:buNone/>
              <a:defRPr sz="1800">
                <a:solidFill>
                  <a:schemeClr val="dk1"/>
                </a:solidFill>
                <a:latin typeface="Tenor Sans"/>
                <a:ea typeface="Tenor Sans"/>
                <a:cs typeface="Tenor Sans"/>
                <a:sym typeface="Tenor Sans"/>
              </a:defRPr>
            </a:lvl8pPr>
            <a:lvl9pPr lvl="8" rtl="0" algn="ctr">
              <a:lnSpc>
                <a:spcPct val="100000"/>
              </a:lnSpc>
              <a:spcBef>
                <a:spcPts val="0"/>
              </a:spcBef>
              <a:spcAft>
                <a:spcPts val="0"/>
              </a:spcAft>
              <a:buClr>
                <a:schemeClr val="dk1"/>
              </a:buClr>
              <a:buSzPts val="1800"/>
              <a:buFont typeface="Tenor Sans"/>
              <a:buNone/>
              <a:defRPr sz="1800">
                <a:solidFill>
                  <a:schemeClr val="dk1"/>
                </a:solidFill>
                <a:latin typeface="Tenor Sans"/>
                <a:ea typeface="Tenor Sans"/>
                <a:cs typeface="Tenor Sans"/>
                <a:sym typeface="Tenor Sans"/>
              </a:defRPr>
            </a:lvl9pPr>
          </a:lstStyle>
          <a:p/>
        </p:txBody>
      </p:sp>
      <p:sp>
        <p:nvSpPr>
          <p:cNvPr id="387" name="Google Shape;387;p30"/>
          <p:cNvSpPr txBox="1"/>
          <p:nvPr>
            <p:ph idx="8" type="subTitle"/>
          </p:nvPr>
        </p:nvSpPr>
        <p:spPr>
          <a:xfrm>
            <a:off x="6092500" y="1790325"/>
            <a:ext cx="2336400" cy="484800"/>
          </a:xfrm>
          <a:prstGeom prst="rect">
            <a:avLst/>
          </a:prstGeom>
          <a:ln>
            <a:noFill/>
          </a:ln>
        </p:spPr>
        <p:txBody>
          <a:bodyPr anchorCtr="0" anchor="b" bIns="91425" lIns="91425" spcFirstLastPara="1" rIns="91425" wrap="square" tIns="91425">
            <a:noAutofit/>
          </a:bodyPr>
          <a:lstStyle>
            <a:lvl1pPr lvl="0" rtl="0" algn="ctr">
              <a:lnSpc>
                <a:spcPct val="100000"/>
              </a:lnSpc>
              <a:spcBef>
                <a:spcPts val="0"/>
              </a:spcBef>
              <a:spcAft>
                <a:spcPts val="0"/>
              </a:spcAft>
              <a:buClr>
                <a:schemeClr val="dk1"/>
              </a:buClr>
              <a:buSzPts val="1800"/>
              <a:buFont typeface="Tenor Sans"/>
              <a:buNone/>
              <a:defRPr sz="1800">
                <a:solidFill>
                  <a:schemeClr val="dk1"/>
                </a:solidFill>
                <a:latin typeface="Tenor Sans"/>
                <a:ea typeface="Tenor Sans"/>
                <a:cs typeface="Tenor Sans"/>
                <a:sym typeface="Tenor Sans"/>
              </a:defRPr>
            </a:lvl1pPr>
            <a:lvl2pPr lvl="1" rtl="0" algn="ctr">
              <a:lnSpc>
                <a:spcPct val="100000"/>
              </a:lnSpc>
              <a:spcBef>
                <a:spcPts val="0"/>
              </a:spcBef>
              <a:spcAft>
                <a:spcPts val="0"/>
              </a:spcAft>
              <a:buClr>
                <a:schemeClr val="dk1"/>
              </a:buClr>
              <a:buSzPts val="1800"/>
              <a:buFont typeface="Tenor Sans"/>
              <a:buNone/>
              <a:defRPr sz="1800">
                <a:solidFill>
                  <a:schemeClr val="dk1"/>
                </a:solidFill>
                <a:latin typeface="Tenor Sans"/>
                <a:ea typeface="Tenor Sans"/>
                <a:cs typeface="Tenor Sans"/>
                <a:sym typeface="Tenor Sans"/>
              </a:defRPr>
            </a:lvl2pPr>
            <a:lvl3pPr lvl="2" rtl="0" algn="ctr">
              <a:lnSpc>
                <a:spcPct val="100000"/>
              </a:lnSpc>
              <a:spcBef>
                <a:spcPts val="0"/>
              </a:spcBef>
              <a:spcAft>
                <a:spcPts val="0"/>
              </a:spcAft>
              <a:buClr>
                <a:schemeClr val="dk1"/>
              </a:buClr>
              <a:buSzPts val="1800"/>
              <a:buFont typeface="Tenor Sans"/>
              <a:buNone/>
              <a:defRPr sz="1800">
                <a:solidFill>
                  <a:schemeClr val="dk1"/>
                </a:solidFill>
                <a:latin typeface="Tenor Sans"/>
                <a:ea typeface="Tenor Sans"/>
                <a:cs typeface="Tenor Sans"/>
                <a:sym typeface="Tenor Sans"/>
              </a:defRPr>
            </a:lvl3pPr>
            <a:lvl4pPr lvl="3" rtl="0" algn="ctr">
              <a:lnSpc>
                <a:spcPct val="100000"/>
              </a:lnSpc>
              <a:spcBef>
                <a:spcPts val="0"/>
              </a:spcBef>
              <a:spcAft>
                <a:spcPts val="0"/>
              </a:spcAft>
              <a:buClr>
                <a:schemeClr val="dk1"/>
              </a:buClr>
              <a:buSzPts val="1800"/>
              <a:buFont typeface="Tenor Sans"/>
              <a:buNone/>
              <a:defRPr sz="1800">
                <a:solidFill>
                  <a:schemeClr val="dk1"/>
                </a:solidFill>
                <a:latin typeface="Tenor Sans"/>
                <a:ea typeface="Tenor Sans"/>
                <a:cs typeface="Tenor Sans"/>
                <a:sym typeface="Tenor Sans"/>
              </a:defRPr>
            </a:lvl4pPr>
            <a:lvl5pPr lvl="4" rtl="0" algn="ctr">
              <a:lnSpc>
                <a:spcPct val="100000"/>
              </a:lnSpc>
              <a:spcBef>
                <a:spcPts val="0"/>
              </a:spcBef>
              <a:spcAft>
                <a:spcPts val="0"/>
              </a:spcAft>
              <a:buClr>
                <a:schemeClr val="dk1"/>
              </a:buClr>
              <a:buSzPts val="1800"/>
              <a:buFont typeface="Tenor Sans"/>
              <a:buNone/>
              <a:defRPr sz="1800">
                <a:solidFill>
                  <a:schemeClr val="dk1"/>
                </a:solidFill>
                <a:latin typeface="Tenor Sans"/>
                <a:ea typeface="Tenor Sans"/>
                <a:cs typeface="Tenor Sans"/>
                <a:sym typeface="Tenor Sans"/>
              </a:defRPr>
            </a:lvl5pPr>
            <a:lvl6pPr lvl="5" rtl="0" algn="ctr">
              <a:lnSpc>
                <a:spcPct val="100000"/>
              </a:lnSpc>
              <a:spcBef>
                <a:spcPts val="0"/>
              </a:spcBef>
              <a:spcAft>
                <a:spcPts val="0"/>
              </a:spcAft>
              <a:buClr>
                <a:schemeClr val="dk1"/>
              </a:buClr>
              <a:buSzPts val="1800"/>
              <a:buFont typeface="Tenor Sans"/>
              <a:buNone/>
              <a:defRPr sz="1800">
                <a:solidFill>
                  <a:schemeClr val="dk1"/>
                </a:solidFill>
                <a:latin typeface="Tenor Sans"/>
                <a:ea typeface="Tenor Sans"/>
                <a:cs typeface="Tenor Sans"/>
                <a:sym typeface="Tenor Sans"/>
              </a:defRPr>
            </a:lvl6pPr>
            <a:lvl7pPr lvl="6" rtl="0" algn="ctr">
              <a:lnSpc>
                <a:spcPct val="100000"/>
              </a:lnSpc>
              <a:spcBef>
                <a:spcPts val="0"/>
              </a:spcBef>
              <a:spcAft>
                <a:spcPts val="0"/>
              </a:spcAft>
              <a:buClr>
                <a:schemeClr val="dk1"/>
              </a:buClr>
              <a:buSzPts val="1800"/>
              <a:buFont typeface="Tenor Sans"/>
              <a:buNone/>
              <a:defRPr sz="1800">
                <a:solidFill>
                  <a:schemeClr val="dk1"/>
                </a:solidFill>
                <a:latin typeface="Tenor Sans"/>
                <a:ea typeface="Tenor Sans"/>
                <a:cs typeface="Tenor Sans"/>
                <a:sym typeface="Tenor Sans"/>
              </a:defRPr>
            </a:lvl7pPr>
            <a:lvl8pPr lvl="7" rtl="0" algn="ctr">
              <a:lnSpc>
                <a:spcPct val="100000"/>
              </a:lnSpc>
              <a:spcBef>
                <a:spcPts val="0"/>
              </a:spcBef>
              <a:spcAft>
                <a:spcPts val="0"/>
              </a:spcAft>
              <a:buClr>
                <a:schemeClr val="dk1"/>
              </a:buClr>
              <a:buSzPts val="1800"/>
              <a:buFont typeface="Tenor Sans"/>
              <a:buNone/>
              <a:defRPr sz="1800">
                <a:solidFill>
                  <a:schemeClr val="dk1"/>
                </a:solidFill>
                <a:latin typeface="Tenor Sans"/>
                <a:ea typeface="Tenor Sans"/>
                <a:cs typeface="Tenor Sans"/>
                <a:sym typeface="Tenor Sans"/>
              </a:defRPr>
            </a:lvl8pPr>
            <a:lvl9pPr lvl="8" rtl="0" algn="ctr">
              <a:lnSpc>
                <a:spcPct val="100000"/>
              </a:lnSpc>
              <a:spcBef>
                <a:spcPts val="0"/>
              </a:spcBef>
              <a:spcAft>
                <a:spcPts val="0"/>
              </a:spcAft>
              <a:buClr>
                <a:schemeClr val="dk1"/>
              </a:buClr>
              <a:buSzPts val="1800"/>
              <a:buFont typeface="Tenor Sans"/>
              <a:buNone/>
              <a:defRPr sz="1800">
                <a:solidFill>
                  <a:schemeClr val="dk1"/>
                </a:solidFill>
                <a:latin typeface="Tenor Sans"/>
                <a:ea typeface="Tenor Sans"/>
                <a:cs typeface="Tenor Sans"/>
                <a:sym typeface="Tenor Sans"/>
              </a:defRPr>
            </a:lvl9pPr>
          </a:lstStyle>
          <a:p/>
        </p:txBody>
      </p:sp>
      <p:sp>
        <p:nvSpPr>
          <p:cNvPr id="388" name="Google Shape;388;p30"/>
          <p:cNvSpPr txBox="1"/>
          <p:nvPr>
            <p:ph idx="9" type="subTitle"/>
          </p:nvPr>
        </p:nvSpPr>
        <p:spPr>
          <a:xfrm>
            <a:off x="2059450" y="3143675"/>
            <a:ext cx="2336400" cy="484800"/>
          </a:xfrm>
          <a:prstGeom prst="rect">
            <a:avLst/>
          </a:prstGeom>
          <a:ln>
            <a:noFill/>
          </a:ln>
        </p:spPr>
        <p:txBody>
          <a:bodyPr anchorCtr="0" anchor="b" bIns="91425" lIns="91425" spcFirstLastPara="1" rIns="91425" wrap="square" tIns="91425">
            <a:noAutofit/>
          </a:bodyPr>
          <a:lstStyle>
            <a:lvl1pPr lvl="0" rtl="0" algn="ctr">
              <a:lnSpc>
                <a:spcPct val="100000"/>
              </a:lnSpc>
              <a:spcBef>
                <a:spcPts val="0"/>
              </a:spcBef>
              <a:spcAft>
                <a:spcPts val="0"/>
              </a:spcAft>
              <a:buClr>
                <a:schemeClr val="dk1"/>
              </a:buClr>
              <a:buSzPts val="1800"/>
              <a:buFont typeface="Tenor Sans"/>
              <a:buNone/>
              <a:defRPr sz="1800">
                <a:solidFill>
                  <a:schemeClr val="dk1"/>
                </a:solidFill>
                <a:latin typeface="Tenor Sans"/>
                <a:ea typeface="Tenor Sans"/>
                <a:cs typeface="Tenor Sans"/>
                <a:sym typeface="Tenor Sans"/>
              </a:defRPr>
            </a:lvl1pPr>
            <a:lvl2pPr lvl="1" rtl="0" algn="ctr">
              <a:lnSpc>
                <a:spcPct val="100000"/>
              </a:lnSpc>
              <a:spcBef>
                <a:spcPts val="0"/>
              </a:spcBef>
              <a:spcAft>
                <a:spcPts val="0"/>
              </a:spcAft>
              <a:buClr>
                <a:schemeClr val="dk1"/>
              </a:buClr>
              <a:buSzPts val="1800"/>
              <a:buFont typeface="Tenor Sans"/>
              <a:buNone/>
              <a:defRPr sz="1800">
                <a:solidFill>
                  <a:schemeClr val="dk1"/>
                </a:solidFill>
                <a:latin typeface="Tenor Sans"/>
                <a:ea typeface="Tenor Sans"/>
                <a:cs typeface="Tenor Sans"/>
                <a:sym typeface="Tenor Sans"/>
              </a:defRPr>
            </a:lvl2pPr>
            <a:lvl3pPr lvl="2" rtl="0" algn="ctr">
              <a:lnSpc>
                <a:spcPct val="100000"/>
              </a:lnSpc>
              <a:spcBef>
                <a:spcPts val="0"/>
              </a:spcBef>
              <a:spcAft>
                <a:spcPts val="0"/>
              </a:spcAft>
              <a:buClr>
                <a:schemeClr val="dk1"/>
              </a:buClr>
              <a:buSzPts val="1800"/>
              <a:buFont typeface="Tenor Sans"/>
              <a:buNone/>
              <a:defRPr sz="1800">
                <a:solidFill>
                  <a:schemeClr val="dk1"/>
                </a:solidFill>
                <a:latin typeface="Tenor Sans"/>
                <a:ea typeface="Tenor Sans"/>
                <a:cs typeface="Tenor Sans"/>
                <a:sym typeface="Tenor Sans"/>
              </a:defRPr>
            </a:lvl3pPr>
            <a:lvl4pPr lvl="3" rtl="0" algn="ctr">
              <a:lnSpc>
                <a:spcPct val="100000"/>
              </a:lnSpc>
              <a:spcBef>
                <a:spcPts val="0"/>
              </a:spcBef>
              <a:spcAft>
                <a:spcPts val="0"/>
              </a:spcAft>
              <a:buClr>
                <a:schemeClr val="dk1"/>
              </a:buClr>
              <a:buSzPts val="1800"/>
              <a:buFont typeface="Tenor Sans"/>
              <a:buNone/>
              <a:defRPr sz="1800">
                <a:solidFill>
                  <a:schemeClr val="dk1"/>
                </a:solidFill>
                <a:latin typeface="Tenor Sans"/>
                <a:ea typeface="Tenor Sans"/>
                <a:cs typeface="Tenor Sans"/>
                <a:sym typeface="Tenor Sans"/>
              </a:defRPr>
            </a:lvl4pPr>
            <a:lvl5pPr lvl="4" rtl="0" algn="ctr">
              <a:lnSpc>
                <a:spcPct val="100000"/>
              </a:lnSpc>
              <a:spcBef>
                <a:spcPts val="0"/>
              </a:spcBef>
              <a:spcAft>
                <a:spcPts val="0"/>
              </a:spcAft>
              <a:buClr>
                <a:schemeClr val="dk1"/>
              </a:buClr>
              <a:buSzPts val="1800"/>
              <a:buFont typeface="Tenor Sans"/>
              <a:buNone/>
              <a:defRPr sz="1800">
                <a:solidFill>
                  <a:schemeClr val="dk1"/>
                </a:solidFill>
                <a:latin typeface="Tenor Sans"/>
                <a:ea typeface="Tenor Sans"/>
                <a:cs typeface="Tenor Sans"/>
                <a:sym typeface="Tenor Sans"/>
              </a:defRPr>
            </a:lvl5pPr>
            <a:lvl6pPr lvl="5" rtl="0" algn="ctr">
              <a:lnSpc>
                <a:spcPct val="100000"/>
              </a:lnSpc>
              <a:spcBef>
                <a:spcPts val="0"/>
              </a:spcBef>
              <a:spcAft>
                <a:spcPts val="0"/>
              </a:spcAft>
              <a:buClr>
                <a:schemeClr val="dk1"/>
              </a:buClr>
              <a:buSzPts val="1800"/>
              <a:buFont typeface="Tenor Sans"/>
              <a:buNone/>
              <a:defRPr sz="1800">
                <a:solidFill>
                  <a:schemeClr val="dk1"/>
                </a:solidFill>
                <a:latin typeface="Tenor Sans"/>
                <a:ea typeface="Tenor Sans"/>
                <a:cs typeface="Tenor Sans"/>
                <a:sym typeface="Tenor Sans"/>
              </a:defRPr>
            </a:lvl6pPr>
            <a:lvl7pPr lvl="6" rtl="0" algn="ctr">
              <a:lnSpc>
                <a:spcPct val="100000"/>
              </a:lnSpc>
              <a:spcBef>
                <a:spcPts val="0"/>
              </a:spcBef>
              <a:spcAft>
                <a:spcPts val="0"/>
              </a:spcAft>
              <a:buClr>
                <a:schemeClr val="dk1"/>
              </a:buClr>
              <a:buSzPts val="1800"/>
              <a:buFont typeface="Tenor Sans"/>
              <a:buNone/>
              <a:defRPr sz="1800">
                <a:solidFill>
                  <a:schemeClr val="dk1"/>
                </a:solidFill>
                <a:latin typeface="Tenor Sans"/>
                <a:ea typeface="Tenor Sans"/>
                <a:cs typeface="Tenor Sans"/>
                <a:sym typeface="Tenor Sans"/>
              </a:defRPr>
            </a:lvl7pPr>
            <a:lvl8pPr lvl="7" rtl="0" algn="ctr">
              <a:lnSpc>
                <a:spcPct val="100000"/>
              </a:lnSpc>
              <a:spcBef>
                <a:spcPts val="0"/>
              </a:spcBef>
              <a:spcAft>
                <a:spcPts val="0"/>
              </a:spcAft>
              <a:buClr>
                <a:schemeClr val="dk1"/>
              </a:buClr>
              <a:buSzPts val="1800"/>
              <a:buFont typeface="Tenor Sans"/>
              <a:buNone/>
              <a:defRPr sz="1800">
                <a:solidFill>
                  <a:schemeClr val="dk1"/>
                </a:solidFill>
                <a:latin typeface="Tenor Sans"/>
                <a:ea typeface="Tenor Sans"/>
                <a:cs typeface="Tenor Sans"/>
                <a:sym typeface="Tenor Sans"/>
              </a:defRPr>
            </a:lvl8pPr>
            <a:lvl9pPr lvl="8" rtl="0" algn="ctr">
              <a:lnSpc>
                <a:spcPct val="100000"/>
              </a:lnSpc>
              <a:spcBef>
                <a:spcPts val="0"/>
              </a:spcBef>
              <a:spcAft>
                <a:spcPts val="0"/>
              </a:spcAft>
              <a:buClr>
                <a:schemeClr val="dk1"/>
              </a:buClr>
              <a:buSzPts val="1800"/>
              <a:buFont typeface="Tenor Sans"/>
              <a:buNone/>
              <a:defRPr sz="1800">
                <a:solidFill>
                  <a:schemeClr val="dk1"/>
                </a:solidFill>
                <a:latin typeface="Tenor Sans"/>
                <a:ea typeface="Tenor Sans"/>
                <a:cs typeface="Tenor Sans"/>
                <a:sym typeface="Tenor Sans"/>
              </a:defRPr>
            </a:lvl9pPr>
          </a:lstStyle>
          <a:p/>
        </p:txBody>
      </p:sp>
      <p:sp>
        <p:nvSpPr>
          <p:cNvPr id="389" name="Google Shape;389;p30"/>
          <p:cNvSpPr txBox="1"/>
          <p:nvPr>
            <p:ph idx="13" type="subTitle"/>
          </p:nvPr>
        </p:nvSpPr>
        <p:spPr>
          <a:xfrm>
            <a:off x="4748150" y="3143675"/>
            <a:ext cx="2336400" cy="484800"/>
          </a:xfrm>
          <a:prstGeom prst="rect">
            <a:avLst/>
          </a:prstGeom>
          <a:ln>
            <a:noFill/>
          </a:ln>
        </p:spPr>
        <p:txBody>
          <a:bodyPr anchorCtr="0" anchor="b" bIns="91425" lIns="91425" spcFirstLastPara="1" rIns="91425" wrap="square" tIns="91425">
            <a:noAutofit/>
          </a:bodyPr>
          <a:lstStyle>
            <a:lvl1pPr lvl="0" rtl="0" algn="ctr">
              <a:lnSpc>
                <a:spcPct val="100000"/>
              </a:lnSpc>
              <a:spcBef>
                <a:spcPts val="0"/>
              </a:spcBef>
              <a:spcAft>
                <a:spcPts val="0"/>
              </a:spcAft>
              <a:buClr>
                <a:schemeClr val="dk1"/>
              </a:buClr>
              <a:buSzPts val="1800"/>
              <a:buFont typeface="Tenor Sans"/>
              <a:buNone/>
              <a:defRPr sz="1800">
                <a:solidFill>
                  <a:schemeClr val="dk1"/>
                </a:solidFill>
                <a:latin typeface="Tenor Sans"/>
                <a:ea typeface="Tenor Sans"/>
                <a:cs typeface="Tenor Sans"/>
                <a:sym typeface="Tenor Sans"/>
              </a:defRPr>
            </a:lvl1pPr>
            <a:lvl2pPr lvl="1" rtl="0" algn="ctr">
              <a:lnSpc>
                <a:spcPct val="100000"/>
              </a:lnSpc>
              <a:spcBef>
                <a:spcPts val="0"/>
              </a:spcBef>
              <a:spcAft>
                <a:spcPts val="0"/>
              </a:spcAft>
              <a:buClr>
                <a:schemeClr val="dk1"/>
              </a:buClr>
              <a:buSzPts val="1800"/>
              <a:buFont typeface="Tenor Sans"/>
              <a:buNone/>
              <a:defRPr sz="1800">
                <a:solidFill>
                  <a:schemeClr val="dk1"/>
                </a:solidFill>
                <a:latin typeface="Tenor Sans"/>
                <a:ea typeface="Tenor Sans"/>
                <a:cs typeface="Tenor Sans"/>
                <a:sym typeface="Tenor Sans"/>
              </a:defRPr>
            </a:lvl2pPr>
            <a:lvl3pPr lvl="2" rtl="0" algn="ctr">
              <a:lnSpc>
                <a:spcPct val="100000"/>
              </a:lnSpc>
              <a:spcBef>
                <a:spcPts val="0"/>
              </a:spcBef>
              <a:spcAft>
                <a:spcPts val="0"/>
              </a:spcAft>
              <a:buClr>
                <a:schemeClr val="dk1"/>
              </a:buClr>
              <a:buSzPts val="1800"/>
              <a:buFont typeface="Tenor Sans"/>
              <a:buNone/>
              <a:defRPr sz="1800">
                <a:solidFill>
                  <a:schemeClr val="dk1"/>
                </a:solidFill>
                <a:latin typeface="Tenor Sans"/>
                <a:ea typeface="Tenor Sans"/>
                <a:cs typeface="Tenor Sans"/>
                <a:sym typeface="Tenor Sans"/>
              </a:defRPr>
            </a:lvl3pPr>
            <a:lvl4pPr lvl="3" rtl="0" algn="ctr">
              <a:lnSpc>
                <a:spcPct val="100000"/>
              </a:lnSpc>
              <a:spcBef>
                <a:spcPts val="0"/>
              </a:spcBef>
              <a:spcAft>
                <a:spcPts val="0"/>
              </a:spcAft>
              <a:buClr>
                <a:schemeClr val="dk1"/>
              </a:buClr>
              <a:buSzPts val="1800"/>
              <a:buFont typeface="Tenor Sans"/>
              <a:buNone/>
              <a:defRPr sz="1800">
                <a:solidFill>
                  <a:schemeClr val="dk1"/>
                </a:solidFill>
                <a:latin typeface="Tenor Sans"/>
                <a:ea typeface="Tenor Sans"/>
                <a:cs typeface="Tenor Sans"/>
                <a:sym typeface="Tenor Sans"/>
              </a:defRPr>
            </a:lvl4pPr>
            <a:lvl5pPr lvl="4" rtl="0" algn="ctr">
              <a:lnSpc>
                <a:spcPct val="100000"/>
              </a:lnSpc>
              <a:spcBef>
                <a:spcPts val="0"/>
              </a:spcBef>
              <a:spcAft>
                <a:spcPts val="0"/>
              </a:spcAft>
              <a:buClr>
                <a:schemeClr val="dk1"/>
              </a:buClr>
              <a:buSzPts val="1800"/>
              <a:buFont typeface="Tenor Sans"/>
              <a:buNone/>
              <a:defRPr sz="1800">
                <a:solidFill>
                  <a:schemeClr val="dk1"/>
                </a:solidFill>
                <a:latin typeface="Tenor Sans"/>
                <a:ea typeface="Tenor Sans"/>
                <a:cs typeface="Tenor Sans"/>
                <a:sym typeface="Tenor Sans"/>
              </a:defRPr>
            </a:lvl5pPr>
            <a:lvl6pPr lvl="5" rtl="0" algn="ctr">
              <a:lnSpc>
                <a:spcPct val="100000"/>
              </a:lnSpc>
              <a:spcBef>
                <a:spcPts val="0"/>
              </a:spcBef>
              <a:spcAft>
                <a:spcPts val="0"/>
              </a:spcAft>
              <a:buClr>
                <a:schemeClr val="dk1"/>
              </a:buClr>
              <a:buSzPts val="1800"/>
              <a:buFont typeface="Tenor Sans"/>
              <a:buNone/>
              <a:defRPr sz="1800">
                <a:solidFill>
                  <a:schemeClr val="dk1"/>
                </a:solidFill>
                <a:latin typeface="Tenor Sans"/>
                <a:ea typeface="Tenor Sans"/>
                <a:cs typeface="Tenor Sans"/>
                <a:sym typeface="Tenor Sans"/>
              </a:defRPr>
            </a:lvl6pPr>
            <a:lvl7pPr lvl="6" rtl="0" algn="ctr">
              <a:lnSpc>
                <a:spcPct val="100000"/>
              </a:lnSpc>
              <a:spcBef>
                <a:spcPts val="0"/>
              </a:spcBef>
              <a:spcAft>
                <a:spcPts val="0"/>
              </a:spcAft>
              <a:buClr>
                <a:schemeClr val="dk1"/>
              </a:buClr>
              <a:buSzPts val="1800"/>
              <a:buFont typeface="Tenor Sans"/>
              <a:buNone/>
              <a:defRPr sz="1800">
                <a:solidFill>
                  <a:schemeClr val="dk1"/>
                </a:solidFill>
                <a:latin typeface="Tenor Sans"/>
                <a:ea typeface="Tenor Sans"/>
                <a:cs typeface="Tenor Sans"/>
                <a:sym typeface="Tenor Sans"/>
              </a:defRPr>
            </a:lvl7pPr>
            <a:lvl8pPr lvl="7" rtl="0" algn="ctr">
              <a:lnSpc>
                <a:spcPct val="100000"/>
              </a:lnSpc>
              <a:spcBef>
                <a:spcPts val="0"/>
              </a:spcBef>
              <a:spcAft>
                <a:spcPts val="0"/>
              </a:spcAft>
              <a:buClr>
                <a:schemeClr val="dk1"/>
              </a:buClr>
              <a:buSzPts val="1800"/>
              <a:buFont typeface="Tenor Sans"/>
              <a:buNone/>
              <a:defRPr sz="1800">
                <a:solidFill>
                  <a:schemeClr val="dk1"/>
                </a:solidFill>
                <a:latin typeface="Tenor Sans"/>
                <a:ea typeface="Tenor Sans"/>
                <a:cs typeface="Tenor Sans"/>
                <a:sym typeface="Tenor Sans"/>
              </a:defRPr>
            </a:lvl8pPr>
            <a:lvl9pPr lvl="8" rtl="0" algn="ctr">
              <a:lnSpc>
                <a:spcPct val="100000"/>
              </a:lnSpc>
              <a:spcBef>
                <a:spcPts val="0"/>
              </a:spcBef>
              <a:spcAft>
                <a:spcPts val="0"/>
              </a:spcAft>
              <a:buClr>
                <a:schemeClr val="dk1"/>
              </a:buClr>
              <a:buSzPts val="1800"/>
              <a:buFont typeface="Tenor Sans"/>
              <a:buNone/>
              <a:defRPr sz="1800">
                <a:solidFill>
                  <a:schemeClr val="dk1"/>
                </a:solidFill>
                <a:latin typeface="Tenor Sans"/>
                <a:ea typeface="Tenor Sans"/>
                <a:cs typeface="Tenor Sans"/>
                <a:sym typeface="Tenor Sans"/>
              </a:defRPr>
            </a:lvl9pPr>
          </a:lstStyle>
          <a:p/>
        </p:txBody>
      </p:sp>
      <p:pic>
        <p:nvPicPr>
          <p:cNvPr id="390" name="Google Shape;390;p30"/>
          <p:cNvPicPr preferRelativeResize="0"/>
          <p:nvPr/>
        </p:nvPicPr>
        <p:blipFill>
          <a:blip r:embed="rId3">
            <a:alphaModFix/>
          </a:blip>
          <a:stretch>
            <a:fillRect/>
          </a:stretch>
        </p:blipFill>
        <p:spPr>
          <a:xfrm flipH="1" rot="1949726">
            <a:off x="-1248727" y="4166884"/>
            <a:ext cx="1120952" cy="3526335"/>
          </a:xfrm>
          <a:prstGeom prst="rect">
            <a:avLst/>
          </a:prstGeom>
          <a:noFill/>
          <a:ln>
            <a:noFill/>
          </a:ln>
        </p:spPr>
      </p:pic>
      <p:pic>
        <p:nvPicPr>
          <p:cNvPr id="391" name="Google Shape;391;p30"/>
          <p:cNvPicPr preferRelativeResize="0"/>
          <p:nvPr/>
        </p:nvPicPr>
        <p:blipFill>
          <a:blip r:embed="rId4">
            <a:alphaModFix/>
          </a:blip>
          <a:stretch>
            <a:fillRect/>
          </a:stretch>
        </p:blipFill>
        <p:spPr>
          <a:xfrm flipH="1">
            <a:off x="8525721" y="1786539"/>
            <a:ext cx="1476948" cy="1515064"/>
          </a:xfrm>
          <a:prstGeom prst="rect">
            <a:avLst/>
          </a:prstGeom>
          <a:noFill/>
          <a:ln>
            <a:noFill/>
          </a:ln>
        </p:spPr>
      </p:pic>
      <p:pic>
        <p:nvPicPr>
          <p:cNvPr id="392" name="Google Shape;392;p30"/>
          <p:cNvPicPr preferRelativeResize="0"/>
          <p:nvPr/>
        </p:nvPicPr>
        <p:blipFill>
          <a:blip r:embed="rId5">
            <a:alphaModFix/>
          </a:blip>
          <a:stretch>
            <a:fillRect/>
          </a:stretch>
        </p:blipFill>
        <p:spPr>
          <a:xfrm flipH="1" rot="1846097">
            <a:off x="-452904" y="985898"/>
            <a:ext cx="207681" cy="2104498"/>
          </a:xfrm>
          <a:prstGeom prst="rect">
            <a:avLst/>
          </a:prstGeom>
          <a:noFill/>
          <a:ln>
            <a:noFill/>
          </a:ln>
        </p:spPr>
      </p:pic>
      <p:pic>
        <p:nvPicPr>
          <p:cNvPr id="393" name="Google Shape;393;p30"/>
          <p:cNvPicPr preferRelativeResize="0"/>
          <p:nvPr/>
        </p:nvPicPr>
        <p:blipFill>
          <a:blip r:embed="rId6">
            <a:alphaModFix/>
          </a:blip>
          <a:stretch>
            <a:fillRect/>
          </a:stretch>
        </p:blipFill>
        <p:spPr>
          <a:xfrm flipH="1" rot="-2392916">
            <a:off x="9030426" y="3294021"/>
            <a:ext cx="888486" cy="2572748"/>
          </a:xfrm>
          <a:prstGeom prst="rect">
            <a:avLst/>
          </a:prstGeom>
          <a:noFill/>
          <a:ln>
            <a:noFill/>
          </a:ln>
        </p:spPr>
      </p:pic>
      <p:pic>
        <p:nvPicPr>
          <p:cNvPr id="394" name="Google Shape;394;p30"/>
          <p:cNvPicPr preferRelativeResize="0"/>
          <p:nvPr/>
        </p:nvPicPr>
        <p:blipFill>
          <a:blip r:embed="rId7">
            <a:alphaModFix/>
          </a:blip>
          <a:stretch>
            <a:fillRect/>
          </a:stretch>
        </p:blipFill>
        <p:spPr>
          <a:xfrm flipH="1" rot="-4518101">
            <a:off x="8328377" y="4147117"/>
            <a:ext cx="1672286" cy="1920034"/>
          </a:xfrm>
          <a:prstGeom prst="rect">
            <a:avLst/>
          </a:prstGeom>
          <a:noFill/>
          <a:ln>
            <a:noFill/>
          </a:ln>
        </p:spPr>
      </p:pic>
      <p:pic>
        <p:nvPicPr>
          <p:cNvPr id="395" name="Google Shape;395;p30"/>
          <p:cNvPicPr preferRelativeResize="0"/>
          <p:nvPr/>
        </p:nvPicPr>
        <p:blipFill>
          <a:blip r:embed="rId8">
            <a:alphaModFix/>
          </a:blip>
          <a:stretch>
            <a:fillRect/>
          </a:stretch>
        </p:blipFill>
        <p:spPr>
          <a:xfrm flipH="1">
            <a:off x="-976577" y="2285350"/>
            <a:ext cx="1615100" cy="1949066"/>
          </a:xfrm>
          <a:prstGeom prst="rect">
            <a:avLst/>
          </a:prstGeom>
          <a:noFill/>
          <a:ln>
            <a:noFill/>
          </a:ln>
        </p:spPr>
      </p:pic>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BLANK_1_1_1_1_1">
    <p:spTree>
      <p:nvGrpSpPr>
        <p:cNvPr id="396" name="Shape 396"/>
        <p:cNvGrpSpPr/>
        <p:nvPr/>
      </p:nvGrpSpPr>
      <p:grpSpPr>
        <a:xfrm>
          <a:off x="0" y="0"/>
          <a:ext cx="0" cy="0"/>
          <a:chOff x="0" y="0"/>
          <a:chExt cx="0" cy="0"/>
        </a:xfrm>
      </p:grpSpPr>
      <p:pic>
        <p:nvPicPr>
          <p:cNvPr id="397" name="Google Shape;397;p31"/>
          <p:cNvPicPr preferRelativeResize="0"/>
          <p:nvPr/>
        </p:nvPicPr>
        <p:blipFill>
          <a:blip r:embed="rId2">
            <a:alphaModFix/>
          </a:blip>
          <a:stretch>
            <a:fillRect/>
          </a:stretch>
        </p:blipFill>
        <p:spPr>
          <a:xfrm>
            <a:off x="0" y="0"/>
            <a:ext cx="9144003" cy="5143501"/>
          </a:xfrm>
          <a:prstGeom prst="rect">
            <a:avLst/>
          </a:prstGeom>
          <a:noFill/>
          <a:ln>
            <a:noFill/>
          </a:ln>
        </p:spPr>
      </p:pic>
      <p:sp>
        <p:nvSpPr>
          <p:cNvPr id="398" name="Google Shape;398;p31"/>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399" name="Google Shape;399;p31"/>
          <p:cNvSpPr txBox="1"/>
          <p:nvPr>
            <p:ph idx="1" type="subTitle"/>
          </p:nvPr>
        </p:nvSpPr>
        <p:spPr>
          <a:xfrm>
            <a:off x="1291492" y="2198922"/>
            <a:ext cx="2115300" cy="633900"/>
          </a:xfrm>
          <a:prstGeom prst="rect">
            <a:avLst/>
          </a:prstGeom>
          <a:ln>
            <a:noFill/>
          </a:ln>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400" name="Google Shape;400;p31"/>
          <p:cNvSpPr txBox="1"/>
          <p:nvPr>
            <p:ph idx="2" type="subTitle"/>
          </p:nvPr>
        </p:nvSpPr>
        <p:spPr>
          <a:xfrm>
            <a:off x="3514350" y="2198922"/>
            <a:ext cx="2115300" cy="633900"/>
          </a:xfrm>
          <a:prstGeom prst="rect">
            <a:avLst/>
          </a:prstGeom>
          <a:ln>
            <a:noFill/>
          </a:ln>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401" name="Google Shape;401;p31"/>
          <p:cNvSpPr txBox="1"/>
          <p:nvPr>
            <p:ph idx="3" type="subTitle"/>
          </p:nvPr>
        </p:nvSpPr>
        <p:spPr>
          <a:xfrm>
            <a:off x="5737208" y="2198922"/>
            <a:ext cx="2115300" cy="633900"/>
          </a:xfrm>
          <a:prstGeom prst="rect">
            <a:avLst/>
          </a:prstGeom>
          <a:ln>
            <a:noFill/>
          </a:ln>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402" name="Google Shape;402;p31"/>
          <p:cNvSpPr txBox="1"/>
          <p:nvPr>
            <p:ph idx="4" type="subTitle"/>
          </p:nvPr>
        </p:nvSpPr>
        <p:spPr>
          <a:xfrm>
            <a:off x="1291492" y="3468000"/>
            <a:ext cx="2115300" cy="633900"/>
          </a:xfrm>
          <a:prstGeom prst="rect">
            <a:avLst/>
          </a:prstGeom>
          <a:ln>
            <a:noFill/>
          </a:ln>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403" name="Google Shape;403;p31"/>
          <p:cNvSpPr txBox="1"/>
          <p:nvPr>
            <p:ph idx="5" type="subTitle"/>
          </p:nvPr>
        </p:nvSpPr>
        <p:spPr>
          <a:xfrm>
            <a:off x="3514350" y="3468000"/>
            <a:ext cx="2115300" cy="633900"/>
          </a:xfrm>
          <a:prstGeom prst="rect">
            <a:avLst/>
          </a:prstGeom>
          <a:ln>
            <a:noFill/>
          </a:ln>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404" name="Google Shape;404;p31"/>
          <p:cNvSpPr txBox="1"/>
          <p:nvPr>
            <p:ph idx="6" type="subTitle"/>
          </p:nvPr>
        </p:nvSpPr>
        <p:spPr>
          <a:xfrm>
            <a:off x="5737208" y="3468000"/>
            <a:ext cx="2115300" cy="633900"/>
          </a:xfrm>
          <a:prstGeom prst="rect">
            <a:avLst/>
          </a:prstGeom>
          <a:ln>
            <a:noFill/>
          </a:ln>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405" name="Google Shape;405;p31"/>
          <p:cNvSpPr txBox="1"/>
          <p:nvPr>
            <p:ph idx="7" type="subTitle"/>
          </p:nvPr>
        </p:nvSpPr>
        <p:spPr>
          <a:xfrm>
            <a:off x="1287056" y="1790325"/>
            <a:ext cx="2115300" cy="484800"/>
          </a:xfrm>
          <a:prstGeom prst="rect">
            <a:avLst/>
          </a:prstGeom>
          <a:ln>
            <a:noFill/>
          </a:ln>
        </p:spPr>
        <p:txBody>
          <a:bodyPr anchorCtr="0" anchor="b"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Red Hat Display Medium"/>
              <a:buNone/>
              <a:defRPr sz="1800">
                <a:solidFill>
                  <a:schemeClr val="dk1"/>
                </a:solidFill>
                <a:latin typeface="Tenor Sans"/>
                <a:ea typeface="Tenor Sans"/>
                <a:cs typeface="Tenor Sans"/>
                <a:sym typeface="Tenor Sans"/>
              </a:defRPr>
            </a:lvl1pPr>
            <a:lvl2pPr lvl="1" rtl="0" algn="ctr">
              <a:lnSpc>
                <a:spcPct val="100000"/>
              </a:lnSpc>
              <a:spcBef>
                <a:spcPts val="0"/>
              </a:spcBef>
              <a:spcAft>
                <a:spcPts val="0"/>
              </a:spcAft>
              <a:buClr>
                <a:schemeClr val="dk1"/>
              </a:buClr>
              <a:buSzPts val="2400"/>
              <a:buFont typeface="Red Hat Display Medium"/>
              <a:buNone/>
              <a:defRPr sz="2400">
                <a:solidFill>
                  <a:schemeClr val="dk1"/>
                </a:solidFill>
                <a:latin typeface="Red Hat Display Medium"/>
                <a:ea typeface="Red Hat Display Medium"/>
                <a:cs typeface="Red Hat Display Medium"/>
                <a:sym typeface="Red Hat Display Medium"/>
              </a:defRPr>
            </a:lvl2pPr>
            <a:lvl3pPr lvl="2" rtl="0" algn="ctr">
              <a:lnSpc>
                <a:spcPct val="100000"/>
              </a:lnSpc>
              <a:spcBef>
                <a:spcPts val="0"/>
              </a:spcBef>
              <a:spcAft>
                <a:spcPts val="0"/>
              </a:spcAft>
              <a:buClr>
                <a:schemeClr val="dk1"/>
              </a:buClr>
              <a:buSzPts val="2400"/>
              <a:buFont typeface="Red Hat Display Medium"/>
              <a:buNone/>
              <a:defRPr sz="2400">
                <a:solidFill>
                  <a:schemeClr val="dk1"/>
                </a:solidFill>
                <a:latin typeface="Red Hat Display Medium"/>
                <a:ea typeface="Red Hat Display Medium"/>
                <a:cs typeface="Red Hat Display Medium"/>
                <a:sym typeface="Red Hat Display Medium"/>
              </a:defRPr>
            </a:lvl3pPr>
            <a:lvl4pPr lvl="3" rtl="0" algn="ctr">
              <a:lnSpc>
                <a:spcPct val="100000"/>
              </a:lnSpc>
              <a:spcBef>
                <a:spcPts val="0"/>
              </a:spcBef>
              <a:spcAft>
                <a:spcPts val="0"/>
              </a:spcAft>
              <a:buClr>
                <a:schemeClr val="dk1"/>
              </a:buClr>
              <a:buSzPts val="2400"/>
              <a:buFont typeface="Red Hat Display Medium"/>
              <a:buNone/>
              <a:defRPr sz="2400">
                <a:solidFill>
                  <a:schemeClr val="dk1"/>
                </a:solidFill>
                <a:latin typeface="Red Hat Display Medium"/>
                <a:ea typeface="Red Hat Display Medium"/>
                <a:cs typeface="Red Hat Display Medium"/>
                <a:sym typeface="Red Hat Display Medium"/>
              </a:defRPr>
            </a:lvl4pPr>
            <a:lvl5pPr lvl="4" rtl="0" algn="ctr">
              <a:lnSpc>
                <a:spcPct val="100000"/>
              </a:lnSpc>
              <a:spcBef>
                <a:spcPts val="0"/>
              </a:spcBef>
              <a:spcAft>
                <a:spcPts val="0"/>
              </a:spcAft>
              <a:buClr>
                <a:schemeClr val="dk1"/>
              </a:buClr>
              <a:buSzPts val="2400"/>
              <a:buFont typeface="Red Hat Display Medium"/>
              <a:buNone/>
              <a:defRPr sz="2400">
                <a:solidFill>
                  <a:schemeClr val="dk1"/>
                </a:solidFill>
                <a:latin typeface="Red Hat Display Medium"/>
                <a:ea typeface="Red Hat Display Medium"/>
                <a:cs typeface="Red Hat Display Medium"/>
                <a:sym typeface="Red Hat Display Medium"/>
              </a:defRPr>
            </a:lvl5pPr>
            <a:lvl6pPr lvl="5" rtl="0" algn="ctr">
              <a:lnSpc>
                <a:spcPct val="100000"/>
              </a:lnSpc>
              <a:spcBef>
                <a:spcPts val="0"/>
              </a:spcBef>
              <a:spcAft>
                <a:spcPts val="0"/>
              </a:spcAft>
              <a:buClr>
                <a:schemeClr val="dk1"/>
              </a:buClr>
              <a:buSzPts val="2400"/>
              <a:buFont typeface="Red Hat Display Medium"/>
              <a:buNone/>
              <a:defRPr sz="2400">
                <a:solidFill>
                  <a:schemeClr val="dk1"/>
                </a:solidFill>
                <a:latin typeface="Red Hat Display Medium"/>
                <a:ea typeface="Red Hat Display Medium"/>
                <a:cs typeface="Red Hat Display Medium"/>
                <a:sym typeface="Red Hat Display Medium"/>
              </a:defRPr>
            </a:lvl6pPr>
            <a:lvl7pPr lvl="6" rtl="0" algn="ctr">
              <a:lnSpc>
                <a:spcPct val="100000"/>
              </a:lnSpc>
              <a:spcBef>
                <a:spcPts val="0"/>
              </a:spcBef>
              <a:spcAft>
                <a:spcPts val="0"/>
              </a:spcAft>
              <a:buClr>
                <a:schemeClr val="dk1"/>
              </a:buClr>
              <a:buSzPts val="2400"/>
              <a:buFont typeface="Red Hat Display Medium"/>
              <a:buNone/>
              <a:defRPr sz="2400">
                <a:solidFill>
                  <a:schemeClr val="dk1"/>
                </a:solidFill>
                <a:latin typeface="Red Hat Display Medium"/>
                <a:ea typeface="Red Hat Display Medium"/>
                <a:cs typeface="Red Hat Display Medium"/>
                <a:sym typeface="Red Hat Display Medium"/>
              </a:defRPr>
            </a:lvl7pPr>
            <a:lvl8pPr lvl="7" rtl="0" algn="ctr">
              <a:lnSpc>
                <a:spcPct val="100000"/>
              </a:lnSpc>
              <a:spcBef>
                <a:spcPts val="0"/>
              </a:spcBef>
              <a:spcAft>
                <a:spcPts val="0"/>
              </a:spcAft>
              <a:buClr>
                <a:schemeClr val="dk1"/>
              </a:buClr>
              <a:buSzPts val="2400"/>
              <a:buFont typeface="Red Hat Display Medium"/>
              <a:buNone/>
              <a:defRPr sz="2400">
                <a:solidFill>
                  <a:schemeClr val="dk1"/>
                </a:solidFill>
                <a:latin typeface="Red Hat Display Medium"/>
                <a:ea typeface="Red Hat Display Medium"/>
                <a:cs typeface="Red Hat Display Medium"/>
                <a:sym typeface="Red Hat Display Medium"/>
              </a:defRPr>
            </a:lvl8pPr>
            <a:lvl9pPr lvl="8" rtl="0" algn="ctr">
              <a:lnSpc>
                <a:spcPct val="100000"/>
              </a:lnSpc>
              <a:spcBef>
                <a:spcPts val="0"/>
              </a:spcBef>
              <a:spcAft>
                <a:spcPts val="0"/>
              </a:spcAft>
              <a:buClr>
                <a:schemeClr val="dk1"/>
              </a:buClr>
              <a:buSzPts val="2400"/>
              <a:buFont typeface="Red Hat Display Medium"/>
              <a:buNone/>
              <a:defRPr sz="2400">
                <a:solidFill>
                  <a:schemeClr val="dk1"/>
                </a:solidFill>
                <a:latin typeface="Red Hat Display Medium"/>
                <a:ea typeface="Red Hat Display Medium"/>
                <a:cs typeface="Red Hat Display Medium"/>
                <a:sym typeface="Red Hat Display Medium"/>
              </a:defRPr>
            </a:lvl9pPr>
          </a:lstStyle>
          <a:p/>
        </p:txBody>
      </p:sp>
      <p:sp>
        <p:nvSpPr>
          <p:cNvPr id="406" name="Google Shape;406;p31"/>
          <p:cNvSpPr txBox="1"/>
          <p:nvPr>
            <p:ph idx="8" type="subTitle"/>
          </p:nvPr>
        </p:nvSpPr>
        <p:spPr>
          <a:xfrm>
            <a:off x="3514350" y="1790325"/>
            <a:ext cx="2115300" cy="484800"/>
          </a:xfrm>
          <a:prstGeom prst="rect">
            <a:avLst/>
          </a:prstGeom>
          <a:ln>
            <a:noFill/>
          </a:ln>
        </p:spPr>
        <p:txBody>
          <a:bodyPr anchorCtr="0" anchor="b"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Red Hat Display Medium"/>
              <a:buNone/>
              <a:defRPr sz="1800">
                <a:solidFill>
                  <a:schemeClr val="dk1"/>
                </a:solidFill>
                <a:latin typeface="Tenor Sans"/>
                <a:ea typeface="Tenor Sans"/>
                <a:cs typeface="Tenor Sans"/>
                <a:sym typeface="Tenor Sans"/>
              </a:defRPr>
            </a:lvl1pPr>
            <a:lvl2pPr lvl="1" rtl="0" algn="ctr">
              <a:lnSpc>
                <a:spcPct val="100000"/>
              </a:lnSpc>
              <a:spcBef>
                <a:spcPts val="0"/>
              </a:spcBef>
              <a:spcAft>
                <a:spcPts val="0"/>
              </a:spcAft>
              <a:buClr>
                <a:schemeClr val="dk1"/>
              </a:buClr>
              <a:buSzPts val="2400"/>
              <a:buFont typeface="Red Hat Display Medium"/>
              <a:buNone/>
              <a:defRPr sz="2400">
                <a:solidFill>
                  <a:schemeClr val="dk1"/>
                </a:solidFill>
                <a:latin typeface="Red Hat Display Medium"/>
                <a:ea typeface="Red Hat Display Medium"/>
                <a:cs typeface="Red Hat Display Medium"/>
                <a:sym typeface="Red Hat Display Medium"/>
              </a:defRPr>
            </a:lvl2pPr>
            <a:lvl3pPr lvl="2" rtl="0" algn="ctr">
              <a:lnSpc>
                <a:spcPct val="100000"/>
              </a:lnSpc>
              <a:spcBef>
                <a:spcPts val="0"/>
              </a:spcBef>
              <a:spcAft>
                <a:spcPts val="0"/>
              </a:spcAft>
              <a:buClr>
                <a:schemeClr val="dk1"/>
              </a:buClr>
              <a:buSzPts val="2400"/>
              <a:buFont typeface="Red Hat Display Medium"/>
              <a:buNone/>
              <a:defRPr sz="2400">
                <a:solidFill>
                  <a:schemeClr val="dk1"/>
                </a:solidFill>
                <a:latin typeface="Red Hat Display Medium"/>
                <a:ea typeface="Red Hat Display Medium"/>
                <a:cs typeface="Red Hat Display Medium"/>
                <a:sym typeface="Red Hat Display Medium"/>
              </a:defRPr>
            </a:lvl3pPr>
            <a:lvl4pPr lvl="3" rtl="0" algn="ctr">
              <a:lnSpc>
                <a:spcPct val="100000"/>
              </a:lnSpc>
              <a:spcBef>
                <a:spcPts val="0"/>
              </a:spcBef>
              <a:spcAft>
                <a:spcPts val="0"/>
              </a:spcAft>
              <a:buClr>
                <a:schemeClr val="dk1"/>
              </a:buClr>
              <a:buSzPts val="2400"/>
              <a:buFont typeface="Red Hat Display Medium"/>
              <a:buNone/>
              <a:defRPr sz="2400">
                <a:solidFill>
                  <a:schemeClr val="dk1"/>
                </a:solidFill>
                <a:latin typeface="Red Hat Display Medium"/>
                <a:ea typeface="Red Hat Display Medium"/>
                <a:cs typeface="Red Hat Display Medium"/>
                <a:sym typeface="Red Hat Display Medium"/>
              </a:defRPr>
            </a:lvl4pPr>
            <a:lvl5pPr lvl="4" rtl="0" algn="ctr">
              <a:lnSpc>
                <a:spcPct val="100000"/>
              </a:lnSpc>
              <a:spcBef>
                <a:spcPts val="0"/>
              </a:spcBef>
              <a:spcAft>
                <a:spcPts val="0"/>
              </a:spcAft>
              <a:buClr>
                <a:schemeClr val="dk1"/>
              </a:buClr>
              <a:buSzPts val="2400"/>
              <a:buFont typeface="Red Hat Display Medium"/>
              <a:buNone/>
              <a:defRPr sz="2400">
                <a:solidFill>
                  <a:schemeClr val="dk1"/>
                </a:solidFill>
                <a:latin typeface="Red Hat Display Medium"/>
                <a:ea typeface="Red Hat Display Medium"/>
                <a:cs typeface="Red Hat Display Medium"/>
                <a:sym typeface="Red Hat Display Medium"/>
              </a:defRPr>
            </a:lvl5pPr>
            <a:lvl6pPr lvl="5" rtl="0" algn="ctr">
              <a:lnSpc>
                <a:spcPct val="100000"/>
              </a:lnSpc>
              <a:spcBef>
                <a:spcPts val="0"/>
              </a:spcBef>
              <a:spcAft>
                <a:spcPts val="0"/>
              </a:spcAft>
              <a:buClr>
                <a:schemeClr val="dk1"/>
              </a:buClr>
              <a:buSzPts val="2400"/>
              <a:buFont typeface="Red Hat Display Medium"/>
              <a:buNone/>
              <a:defRPr sz="2400">
                <a:solidFill>
                  <a:schemeClr val="dk1"/>
                </a:solidFill>
                <a:latin typeface="Red Hat Display Medium"/>
                <a:ea typeface="Red Hat Display Medium"/>
                <a:cs typeface="Red Hat Display Medium"/>
                <a:sym typeface="Red Hat Display Medium"/>
              </a:defRPr>
            </a:lvl6pPr>
            <a:lvl7pPr lvl="6" rtl="0" algn="ctr">
              <a:lnSpc>
                <a:spcPct val="100000"/>
              </a:lnSpc>
              <a:spcBef>
                <a:spcPts val="0"/>
              </a:spcBef>
              <a:spcAft>
                <a:spcPts val="0"/>
              </a:spcAft>
              <a:buClr>
                <a:schemeClr val="dk1"/>
              </a:buClr>
              <a:buSzPts val="2400"/>
              <a:buFont typeface="Red Hat Display Medium"/>
              <a:buNone/>
              <a:defRPr sz="2400">
                <a:solidFill>
                  <a:schemeClr val="dk1"/>
                </a:solidFill>
                <a:latin typeface="Red Hat Display Medium"/>
                <a:ea typeface="Red Hat Display Medium"/>
                <a:cs typeface="Red Hat Display Medium"/>
                <a:sym typeface="Red Hat Display Medium"/>
              </a:defRPr>
            </a:lvl7pPr>
            <a:lvl8pPr lvl="7" rtl="0" algn="ctr">
              <a:lnSpc>
                <a:spcPct val="100000"/>
              </a:lnSpc>
              <a:spcBef>
                <a:spcPts val="0"/>
              </a:spcBef>
              <a:spcAft>
                <a:spcPts val="0"/>
              </a:spcAft>
              <a:buClr>
                <a:schemeClr val="dk1"/>
              </a:buClr>
              <a:buSzPts val="2400"/>
              <a:buFont typeface="Red Hat Display Medium"/>
              <a:buNone/>
              <a:defRPr sz="2400">
                <a:solidFill>
                  <a:schemeClr val="dk1"/>
                </a:solidFill>
                <a:latin typeface="Red Hat Display Medium"/>
                <a:ea typeface="Red Hat Display Medium"/>
                <a:cs typeface="Red Hat Display Medium"/>
                <a:sym typeface="Red Hat Display Medium"/>
              </a:defRPr>
            </a:lvl8pPr>
            <a:lvl9pPr lvl="8" rtl="0" algn="ctr">
              <a:lnSpc>
                <a:spcPct val="100000"/>
              </a:lnSpc>
              <a:spcBef>
                <a:spcPts val="0"/>
              </a:spcBef>
              <a:spcAft>
                <a:spcPts val="0"/>
              </a:spcAft>
              <a:buClr>
                <a:schemeClr val="dk1"/>
              </a:buClr>
              <a:buSzPts val="2400"/>
              <a:buFont typeface="Red Hat Display Medium"/>
              <a:buNone/>
              <a:defRPr sz="2400">
                <a:solidFill>
                  <a:schemeClr val="dk1"/>
                </a:solidFill>
                <a:latin typeface="Red Hat Display Medium"/>
                <a:ea typeface="Red Hat Display Medium"/>
                <a:cs typeface="Red Hat Display Medium"/>
                <a:sym typeface="Red Hat Display Medium"/>
              </a:defRPr>
            </a:lvl9pPr>
          </a:lstStyle>
          <a:p/>
        </p:txBody>
      </p:sp>
      <p:sp>
        <p:nvSpPr>
          <p:cNvPr id="407" name="Google Shape;407;p31"/>
          <p:cNvSpPr txBox="1"/>
          <p:nvPr>
            <p:ph idx="9" type="subTitle"/>
          </p:nvPr>
        </p:nvSpPr>
        <p:spPr>
          <a:xfrm>
            <a:off x="5741644" y="1790325"/>
            <a:ext cx="2115300" cy="484800"/>
          </a:xfrm>
          <a:prstGeom prst="rect">
            <a:avLst/>
          </a:prstGeom>
          <a:ln>
            <a:noFill/>
          </a:ln>
        </p:spPr>
        <p:txBody>
          <a:bodyPr anchorCtr="0" anchor="b"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Red Hat Display Medium"/>
              <a:buNone/>
              <a:defRPr sz="1800">
                <a:solidFill>
                  <a:schemeClr val="dk1"/>
                </a:solidFill>
                <a:latin typeface="Tenor Sans"/>
                <a:ea typeface="Tenor Sans"/>
                <a:cs typeface="Tenor Sans"/>
                <a:sym typeface="Tenor Sans"/>
              </a:defRPr>
            </a:lvl1pPr>
            <a:lvl2pPr lvl="1" rtl="0" algn="ctr">
              <a:lnSpc>
                <a:spcPct val="100000"/>
              </a:lnSpc>
              <a:spcBef>
                <a:spcPts val="0"/>
              </a:spcBef>
              <a:spcAft>
                <a:spcPts val="0"/>
              </a:spcAft>
              <a:buClr>
                <a:schemeClr val="dk1"/>
              </a:buClr>
              <a:buSzPts val="2400"/>
              <a:buFont typeface="Red Hat Display Medium"/>
              <a:buNone/>
              <a:defRPr sz="2400">
                <a:solidFill>
                  <a:schemeClr val="dk1"/>
                </a:solidFill>
                <a:latin typeface="Red Hat Display Medium"/>
                <a:ea typeface="Red Hat Display Medium"/>
                <a:cs typeface="Red Hat Display Medium"/>
                <a:sym typeface="Red Hat Display Medium"/>
              </a:defRPr>
            </a:lvl2pPr>
            <a:lvl3pPr lvl="2" rtl="0" algn="ctr">
              <a:lnSpc>
                <a:spcPct val="100000"/>
              </a:lnSpc>
              <a:spcBef>
                <a:spcPts val="0"/>
              </a:spcBef>
              <a:spcAft>
                <a:spcPts val="0"/>
              </a:spcAft>
              <a:buClr>
                <a:schemeClr val="dk1"/>
              </a:buClr>
              <a:buSzPts val="2400"/>
              <a:buFont typeface="Red Hat Display Medium"/>
              <a:buNone/>
              <a:defRPr sz="2400">
                <a:solidFill>
                  <a:schemeClr val="dk1"/>
                </a:solidFill>
                <a:latin typeface="Red Hat Display Medium"/>
                <a:ea typeface="Red Hat Display Medium"/>
                <a:cs typeface="Red Hat Display Medium"/>
                <a:sym typeface="Red Hat Display Medium"/>
              </a:defRPr>
            </a:lvl3pPr>
            <a:lvl4pPr lvl="3" rtl="0" algn="ctr">
              <a:lnSpc>
                <a:spcPct val="100000"/>
              </a:lnSpc>
              <a:spcBef>
                <a:spcPts val="0"/>
              </a:spcBef>
              <a:spcAft>
                <a:spcPts val="0"/>
              </a:spcAft>
              <a:buClr>
                <a:schemeClr val="dk1"/>
              </a:buClr>
              <a:buSzPts val="2400"/>
              <a:buFont typeface="Red Hat Display Medium"/>
              <a:buNone/>
              <a:defRPr sz="2400">
                <a:solidFill>
                  <a:schemeClr val="dk1"/>
                </a:solidFill>
                <a:latin typeface="Red Hat Display Medium"/>
                <a:ea typeface="Red Hat Display Medium"/>
                <a:cs typeface="Red Hat Display Medium"/>
                <a:sym typeface="Red Hat Display Medium"/>
              </a:defRPr>
            </a:lvl4pPr>
            <a:lvl5pPr lvl="4" rtl="0" algn="ctr">
              <a:lnSpc>
                <a:spcPct val="100000"/>
              </a:lnSpc>
              <a:spcBef>
                <a:spcPts val="0"/>
              </a:spcBef>
              <a:spcAft>
                <a:spcPts val="0"/>
              </a:spcAft>
              <a:buClr>
                <a:schemeClr val="dk1"/>
              </a:buClr>
              <a:buSzPts val="2400"/>
              <a:buFont typeface="Red Hat Display Medium"/>
              <a:buNone/>
              <a:defRPr sz="2400">
                <a:solidFill>
                  <a:schemeClr val="dk1"/>
                </a:solidFill>
                <a:latin typeface="Red Hat Display Medium"/>
                <a:ea typeface="Red Hat Display Medium"/>
                <a:cs typeface="Red Hat Display Medium"/>
                <a:sym typeface="Red Hat Display Medium"/>
              </a:defRPr>
            </a:lvl5pPr>
            <a:lvl6pPr lvl="5" rtl="0" algn="ctr">
              <a:lnSpc>
                <a:spcPct val="100000"/>
              </a:lnSpc>
              <a:spcBef>
                <a:spcPts val="0"/>
              </a:spcBef>
              <a:spcAft>
                <a:spcPts val="0"/>
              </a:spcAft>
              <a:buClr>
                <a:schemeClr val="dk1"/>
              </a:buClr>
              <a:buSzPts val="2400"/>
              <a:buFont typeface="Red Hat Display Medium"/>
              <a:buNone/>
              <a:defRPr sz="2400">
                <a:solidFill>
                  <a:schemeClr val="dk1"/>
                </a:solidFill>
                <a:latin typeface="Red Hat Display Medium"/>
                <a:ea typeface="Red Hat Display Medium"/>
                <a:cs typeface="Red Hat Display Medium"/>
                <a:sym typeface="Red Hat Display Medium"/>
              </a:defRPr>
            </a:lvl6pPr>
            <a:lvl7pPr lvl="6" rtl="0" algn="ctr">
              <a:lnSpc>
                <a:spcPct val="100000"/>
              </a:lnSpc>
              <a:spcBef>
                <a:spcPts val="0"/>
              </a:spcBef>
              <a:spcAft>
                <a:spcPts val="0"/>
              </a:spcAft>
              <a:buClr>
                <a:schemeClr val="dk1"/>
              </a:buClr>
              <a:buSzPts val="2400"/>
              <a:buFont typeface="Red Hat Display Medium"/>
              <a:buNone/>
              <a:defRPr sz="2400">
                <a:solidFill>
                  <a:schemeClr val="dk1"/>
                </a:solidFill>
                <a:latin typeface="Red Hat Display Medium"/>
                <a:ea typeface="Red Hat Display Medium"/>
                <a:cs typeface="Red Hat Display Medium"/>
                <a:sym typeface="Red Hat Display Medium"/>
              </a:defRPr>
            </a:lvl7pPr>
            <a:lvl8pPr lvl="7" rtl="0" algn="ctr">
              <a:lnSpc>
                <a:spcPct val="100000"/>
              </a:lnSpc>
              <a:spcBef>
                <a:spcPts val="0"/>
              </a:spcBef>
              <a:spcAft>
                <a:spcPts val="0"/>
              </a:spcAft>
              <a:buClr>
                <a:schemeClr val="dk1"/>
              </a:buClr>
              <a:buSzPts val="2400"/>
              <a:buFont typeface="Red Hat Display Medium"/>
              <a:buNone/>
              <a:defRPr sz="2400">
                <a:solidFill>
                  <a:schemeClr val="dk1"/>
                </a:solidFill>
                <a:latin typeface="Red Hat Display Medium"/>
                <a:ea typeface="Red Hat Display Medium"/>
                <a:cs typeface="Red Hat Display Medium"/>
                <a:sym typeface="Red Hat Display Medium"/>
              </a:defRPr>
            </a:lvl8pPr>
            <a:lvl9pPr lvl="8" rtl="0" algn="ctr">
              <a:lnSpc>
                <a:spcPct val="100000"/>
              </a:lnSpc>
              <a:spcBef>
                <a:spcPts val="0"/>
              </a:spcBef>
              <a:spcAft>
                <a:spcPts val="0"/>
              </a:spcAft>
              <a:buClr>
                <a:schemeClr val="dk1"/>
              </a:buClr>
              <a:buSzPts val="2400"/>
              <a:buFont typeface="Red Hat Display Medium"/>
              <a:buNone/>
              <a:defRPr sz="2400">
                <a:solidFill>
                  <a:schemeClr val="dk1"/>
                </a:solidFill>
                <a:latin typeface="Red Hat Display Medium"/>
                <a:ea typeface="Red Hat Display Medium"/>
                <a:cs typeface="Red Hat Display Medium"/>
                <a:sym typeface="Red Hat Display Medium"/>
              </a:defRPr>
            </a:lvl9pPr>
          </a:lstStyle>
          <a:p/>
        </p:txBody>
      </p:sp>
      <p:sp>
        <p:nvSpPr>
          <p:cNvPr id="408" name="Google Shape;408;p31"/>
          <p:cNvSpPr txBox="1"/>
          <p:nvPr>
            <p:ph idx="13" type="subTitle"/>
          </p:nvPr>
        </p:nvSpPr>
        <p:spPr>
          <a:xfrm>
            <a:off x="1287056" y="3059401"/>
            <a:ext cx="2115300" cy="484800"/>
          </a:xfrm>
          <a:prstGeom prst="rect">
            <a:avLst/>
          </a:prstGeom>
          <a:ln>
            <a:noFill/>
          </a:ln>
        </p:spPr>
        <p:txBody>
          <a:bodyPr anchorCtr="0" anchor="b"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Red Hat Display Medium"/>
              <a:buNone/>
              <a:defRPr sz="1800">
                <a:solidFill>
                  <a:schemeClr val="dk1"/>
                </a:solidFill>
                <a:latin typeface="Tenor Sans"/>
                <a:ea typeface="Tenor Sans"/>
                <a:cs typeface="Tenor Sans"/>
                <a:sym typeface="Tenor Sans"/>
              </a:defRPr>
            </a:lvl1pPr>
            <a:lvl2pPr lvl="1" rtl="0" algn="ctr">
              <a:lnSpc>
                <a:spcPct val="100000"/>
              </a:lnSpc>
              <a:spcBef>
                <a:spcPts val="0"/>
              </a:spcBef>
              <a:spcAft>
                <a:spcPts val="0"/>
              </a:spcAft>
              <a:buClr>
                <a:schemeClr val="dk1"/>
              </a:buClr>
              <a:buSzPts val="2400"/>
              <a:buFont typeface="Red Hat Display Medium"/>
              <a:buNone/>
              <a:defRPr sz="2400">
                <a:solidFill>
                  <a:schemeClr val="dk1"/>
                </a:solidFill>
                <a:latin typeface="Red Hat Display Medium"/>
                <a:ea typeface="Red Hat Display Medium"/>
                <a:cs typeface="Red Hat Display Medium"/>
                <a:sym typeface="Red Hat Display Medium"/>
              </a:defRPr>
            </a:lvl2pPr>
            <a:lvl3pPr lvl="2" rtl="0" algn="ctr">
              <a:lnSpc>
                <a:spcPct val="100000"/>
              </a:lnSpc>
              <a:spcBef>
                <a:spcPts val="0"/>
              </a:spcBef>
              <a:spcAft>
                <a:spcPts val="0"/>
              </a:spcAft>
              <a:buClr>
                <a:schemeClr val="dk1"/>
              </a:buClr>
              <a:buSzPts val="2400"/>
              <a:buFont typeface="Red Hat Display Medium"/>
              <a:buNone/>
              <a:defRPr sz="2400">
                <a:solidFill>
                  <a:schemeClr val="dk1"/>
                </a:solidFill>
                <a:latin typeface="Red Hat Display Medium"/>
                <a:ea typeface="Red Hat Display Medium"/>
                <a:cs typeface="Red Hat Display Medium"/>
                <a:sym typeface="Red Hat Display Medium"/>
              </a:defRPr>
            </a:lvl3pPr>
            <a:lvl4pPr lvl="3" rtl="0" algn="ctr">
              <a:lnSpc>
                <a:spcPct val="100000"/>
              </a:lnSpc>
              <a:spcBef>
                <a:spcPts val="0"/>
              </a:spcBef>
              <a:spcAft>
                <a:spcPts val="0"/>
              </a:spcAft>
              <a:buClr>
                <a:schemeClr val="dk1"/>
              </a:buClr>
              <a:buSzPts val="2400"/>
              <a:buFont typeface="Red Hat Display Medium"/>
              <a:buNone/>
              <a:defRPr sz="2400">
                <a:solidFill>
                  <a:schemeClr val="dk1"/>
                </a:solidFill>
                <a:latin typeface="Red Hat Display Medium"/>
                <a:ea typeface="Red Hat Display Medium"/>
                <a:cs typeface="Red Hat Display Medium"/>
                <a:sym typeface="Red Hat Display Medium"/>
              </a:defRPr>
            </a:lvl4pPr>
            <a:lvl5pPr lvl="4" rtl="0" algn="ctr">
              <a:lnSpc>
                <a:spcPct val="100000"/>
              </a:lnSpc>
              <a:spcBef>
                <a:spcPts val="0"/>
              </a:spcBef>
              <a:spcAft>
                <a:spcPts val="0"/>
              </a:spcAft>
              <a:buClr>
                <a:schemeClr val="dk1"/>
              </a:buClr>
              <a:buSzPts val="2400"/>
              <a:buFont typeface="Red Hat Display Medium"/>
              <a:buNone/>
              <a:defRPr sz="2400">
                <a:solidFill>
                  <a:schemeClr val="dk1"/>
                </a:solidFill>
                <a:latin typeface="Red Hat Display Medium"/>
                <a:ea typeface="Red Hat Display Medium"/>
                <a:cs typeface="Red Hat Display Medium"/>
                <a:sym typeface="Red Hat Display Medium"/>
              </a:defRPr>
            </a:lvl5pPr>
            <a:lvl6pPr lvl="5" rtl="0" algn="ctr">
              <a:lnSpc>
                <a:spcPct val="100000"/>
              </a:lnSpc>
              <a:spcBef>
                <a:spcPts val="0"/>
              </a:spcBef>
              <a:spcAft>
                <a:spcPts val="0"/>
              </a:spcAft>
              <a:buClr>
                <a:schemeClr val="dk1"/>
              </a:buClr>
              <a:buSzPts val="2400"/>
              <a:buFont typeface="Red Hat Display Medium"/>
              <a:buNone/>
              <a:defRPr sz="2400">
                <a:solidFill>
                  <a:schemeClr val="dk1"/>
                </a:solidFill>
                <a:latin typeface="Red Hat Display Medium"/>
                <a:ea typeface="Red Hat Display Medium"/>
                <a:cs typeface="Red Hat Display Medium"/>
                <a:sym typeface="Red Hat Display Medium"/>
              </a:defRPr>
            </a:lvl6pPr>
            <a:lvl7pPr lvl="6" rtl="0" algn="ctr">
              <a:lnSpc>
                <a:spcPct val="100000"/>
              </a:lnSpc>
              <a:spcBef>
                <a:spcPts val="0"/>
              </a:spcBef>
              <a:spcAft>
                <a:spcPts val="0"/>
              </a:spcAft>
              <a:buClr>
                <a:schemeClr val="dk1"/>
              </a:buClr>
              <a:buSzPts val="2400"/>
              <a:buFont typeface="Red Hat Display Medium"/>
              <a:buNone/>
              <a:defRPr sz="2400">
                <a:solidFill>
                  <a:schemeClr val="dk1"/>
                </a:solidFill>
                <a:latin typeface="Red Hat Display Medium"/>
                <a:ea typeface="Red Hat Display Medium"/>
                <a:cs typeface="Red Hat Display Medium"/>
                <a:sym typeface="Red Hat Display Medium"/>
              </a:defRPr>
            </a:lvl7pPr>
            <a:lvl8pPr lvl="7" rtl="0" algn="ctr">
              <a:lnSpc>
                <a:spcPct val="100000"/>
              </a:lnSpc>
              <a:spcBef>
                <a:spcPts val="0"/>
              </a:spcBef>
              <a:spcAft>
                <a:spcPts val="0"/>
              </a:spcAft>
              <a:buClr>
                <a:schemeClr val="dk1"/>
              </a:buClr>
              <a:buSzPts val="2400"/>
              <a:buFont typeface="Red Hat Display Medium"/>
              <a:buNone/>
              <a:defRPr sz="2400">
                <a:solidFill>
                  <a:schemeClr val="dk1"/>
                </a:solidFill>
                <a:latin typeface="Red Hat Display Medium"/>
                <a:ea typeface="Red Hat Display Medium"/>
                <a:cs typeface="Red Hat Display Medium"/>
                <a:sym typeface="Red Hat Display Medium"/>
              </a:defRPr>
            </a:lvl8pPr>
            <a:lvl9pPr lvl="8" rtl="0" algn="ctr">
              <a:lnSpc>
                <a:spcPct val="100000"/>
              </a:lnSpc>
              <a:spcBef>
                <a:spcPts val="0"/>
              </a:spcBef>
              <a:spcAft>
                <a:spcPts val="0"/>
              </a:spcAft>
              <a:buClr>
                <a:schemeClr val="dk1"/>
              </a:buClr>
              <a:buSzPts val="2400"/>
              <a:buFont typeface="Red Hat Display Medium"/>
              <a:buNone/>
              <a:defRPr sz="2400">
                <a:solidFill>
                  <a:schemeClr val="dk1"/>
                </a:solidFill>
                <a:latin typeface="Red Hat Display Medium"/>
                <a:ea typeface="Red Hat Display Medium"/>
                <a:cs typeface="Red Hat Display Medium"/>
                <a:sym typeface="Red Hat Display Medium"/>
              </a:defRPr>
            </a:lvl9pPr>
          </a:lstStyle>
          <a:p/>
        </p:txBody>
      </p:sp>
      <p:sp>
        <p:nvSpPr>
          <p:cNvPr id="409" name="Google Shape;409;p31"/>
          <p:cNvSpPr txBox="1"/>
          <p:nvPr>
            <p:ph idx="14" type="subTitle"/>
          </p:nvPr>
        </p:nvSpPr>
        <p:spPr>
          <a:xfrm>
            <a:off x="3514350" y="3059401"/>
            <a:ext cx="2115300" cy="484800"/>
          </a:xfrm>
          <a:prstGeom prst="rect">
            <a:avLst/>
          </a:prstGeom>
          <a:ln>
            <a:noFill/>
          </a:ln>
        </p:spPr>
        <p:txBody>
          <a:bodyPr anchorCtr="0" anchor="b"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Red Hat Display Medium"/>
              <a:buNone/>
              <a:defRPr sz="1800">
                <a:solidFill>
                  <a:schemeClr val="dk1"/>
                </a:solidFill>
                <a:latin typeface="Tenor Sans"/>
                <a:ea typeface="Tenor Sans"/>
                <a:cs typeface="Tenor Sans"/>
                <a:sym typeface="Tenor Sans"/>
              </a:defRPr>
            </a:lvl1pPr>
            <a:lvl2pPr lvl="1" rtl="0" algn="ctr">
              <a:lnSpc>
                <a:spcPct val="100000"/>
              </a:lnSpc>
              <a:spcBef>
                <a:spcPts val="0"/>
              </a:spcBef>
              <a:spcAft>
                <a:spcPts val="0"/>
              </a:spcAft>
              <a:buClr>
                <a:schemeClr val="dk1"/>
              </a:buClr>
              <a:buSzPts val="2400"/>
              <a:buFont typeface="Red Hat Display Medium"/>
              <a:buNone/>
              <a:defRPr sz="2400">
                <a:solidFill>
                  <a:schemeClr val="dk1"/>
                </a:solidFill>
                <a:latin typeface="Red Hat Display Medium"/>
                <a:ea typeface="Red Hat Display Medium"/>
                <a:cs typeface="Red Hat Display Medium"/>
                <a:sym typeface="Red Hat Display Medium"/>
              </a:defRPr>
            </a:lvl2pPr>
            <a:lvl3pPr lvl="2" rtl="0" algn="ctr">
              <a:lnSpc>
                <a:spcPct val="100000"/>
              </a:lnSpc>
              <a:spcBef>
                <a:spcPts val="0"/>
              </a:spcBef>
              <a:spcAft>
                <a:spcPts val="0"/>
              </a:spcAft>
              <a:buClr>
                <a:schemeClr val="dk1"/>
              </a:buClr>
              <a:buSzPts val="2400"/>
              <a:buFont typeface="Red Hat Display Medium"/>
              <a:buNone/>
              <a:defRPr sz="2400">
                <a:solidFill>
                  <a:schemeClr val="dk1"/>
                </a:solidFill>
                <a:latin typeface="Red Hat Display Medium"/>
                <a:ea typeface="Red Hat Display Medium"/>
                <a:cs typeface="Red Hat Display Medium"/>
                <a:sym typeface="Red Hat Display Medium"/>
              </a:defRPr>
            </a:lvl3pPr>
            <a:lvl4pPr lvl="3" rtl="0" algn="ctr">
              <a:lnSpc>
                <a:spcPct val="100000"/>
              </a:lnSpc>
              <a:spcBef>
                <a:spcPts val="0"/>
              </a:spcBef>
              <a:spcAft>
                <a:spcPts val="0"/>
              </a:spcAft>
              <a:buClr>
                <a:schemeClr val="dk1"/>
              </a:buClr>
              <a:buSzPts val="2400"/>
              <a:buFont typeface="Red Hat Display Medium"/>
              <a:buNone/>
              <a:defRPr sz="2400">
                <a:solidFill>
                  <a:schemeClr val="dk1"/>
                </a:solidFill>
                <a:latin typeface="Red Hat Display Medium"/>
                <a:ea typeface="Red Hat Display Medium"/>
                <a:cs typeface="Red Hat Display Medium"/>
                <a:sym typeface="Red Hat Display Medium"/>
              </a:defRPr>
            </a:lvl4pPr>
            <a:lvl5pPr lvl="4" rtl="0" algn="ctr">
              <a:lnSpc>
                <a:spcPct val="100000"/>
              </a:lnSpc>
              <a:spcBef>
                <a:spcPts val="0"/>
              </a:spcBef>
              <a:spcAft>
                <a:spcPts val="0"/>
              </a:spcAft>
              <a:buClr>
                <a:schemeClr val="dk1"/>
              </a:buClr>
              <a:buSzPts val="2400"/>
              <a:buFont typeface="Red Hat Display Medium"/>
              <a:buNone/>
              <a:defRPr sz="2400">
                <a:solidFill>
                  <a:schemeClr val="dk1"/>
                </a:solidFill>
                <a:latin typeface="Red Hat Display Medium"/>
                <a:ea typeface="Red Hat Display Medium"/>
                <a:cs typeface="Red Hat Display Medium"/>
                <a:sym typeface="Red Hat Display Medium"/>
              </a:defRPr>
            </a:lvl5pPr>
            <a:lvl6pPr lvl="5" rtl="0" algn="ctr">
              <a:lnSpc>
                <a:spcPct val="100000"/>
              </a:lnSpc>
              <a:spcBef>
                <a:spcPts val="0"/>
              </a:spcBef>
              <a:spcAft>
                <a:spcPts val="0"/>
              </a:spcAft>
              <a:buClr>
                <a:schemeClr val="dk1"/>
              </a:buClr>
              <a:buSzPts val="2400"/>
              <a:buFont typeface="Red Hat Display Medium"/>
              <a:buNone/>
              <a:defRPr sz="2400">
                <a:solidFill>
                  <a:schemeClr val="dk1"/>
                </a:solidFill>
                <a:latin typeface="Red Hat Display Medium"/>
                <a:ea typeface="Red Hat Display Medium"/>
                <a:cs typeface="Red Hat Display Medium"/>
                <a:sym typeface="Red Hat Display Medium"/>
              </a:defRPr>
            </a:lvl6pPr>
            <a:lvl7pPr lvl="6" rtl="0" algn="ctr">
              <a:lnSpc>
                <a:spcPct val="100000"/>
              </a:lnSpc>
              <a:spcBef>
                <a:spcPts val="0"/>
              </a:spcBef>
              <a:spcAft>
                <a:spcPts val="0"/>
              </a:spcAft>
              <a:buClr>
                <a:schemeClr val="dk1"/>
              </a:buClr>
              <a:buSzPts val="2400"/>
              <a:buFont typeface="Red Hat Display Medium"/>
              <a:buNone/>
              <a:defRPr sz="2400">
                <a:solidFill>
                  <a:schemeClr val="dk1"/>
                </a:solidFill>
                <a:latin typeface="Red Hat Display Medium"/>
                <a:ea typeface="Red Hat Display Medium"/>
                <a:cs typeface="Red Hat Display Medium"/>
                <a:sym typeface="Red Hat Display Medium"/>
              </a:defRPr>
            </a:lvl7pPr>
            <a:lvl8pPr lvl="7" rtl="0" algn="ctr">
              <a:lnSpc>
                <a:spcPct val="100000"/>
              </a:lnSpc>
              <a:spcBef>
                <a:spcPts val="0"/>
              </a:spcBef>
              <a:spcAft>
                <a:spcPts val="0"/>
              </a:spcAft>
              <a:buClr>
                <a:schemeClr val="dk1"/>
              </a:buClr>
              <a:buSzPts val="2400"/>
              <a:buFont typeface="Red Hat Display Medium"/>
              <a:buNone/>
              <a:defRPr sz="2400">
                <a:solidFill>
                  <a:schemeClr val="dk1"/>
                </a:solidFill>
                <a:latin typeface="Red Hat Display Medium"/>
                <a:ea typeface="Red Hat Display Medium"/>
                <a:cs typeface="Red Hat Display Medium"/>
                <a:sym typeface="Red Hat Display Medium"/>
              </a:defRPr>
            </a:lvl8pPr>
            <a:lvl9pPr lvl="8" rtl="0" algn="ctr">
              <a:lnSpc>
                <a:spcPct val="100000"/>
              </a:lnSpc>
              <a:spcBef>
                <a:spcPts val="0"/>
              </a:spcBef>
              <a:spcAft>
                <a:spcPts val="0"/>
              </a:spcAft>
              <a:buClr>
                <a:schemeClr val="dk1"/>
              </a:buClr>
              <a:buSzPts val="2400"/>
              <a:buFont typeface="Red Hat Display Medium"/>
              <a:buNone/>
              <a:defRPr sz="2400">
                <a:solidFill>
                  <a:schemeClr val="dk1"/>
                </a:solidFill>
                <a:latin typeface="Red Hat Display Medium"/>
                <a:ea typeface="Red Hat Display Medium"/>
                <a:cs typeface="Red Hat Display Medium"/>
                <a:sym typeface="Red Hat Display Medium"/>
              </a:defRPr>
            </a:lvl9pPr>
          </a:lstStyle>
          <a:p/>
        </p:txBody>
      </p:sp>
      <p:sp>
        <p:nvSpPr>
          <p:cNvPr id="410" name="Google Shape;410;p31"/>
          <p:cNvSpPr txBox="1"/>
          <p:nvPr>
            <p:ph idx="15" type="subTitle"/>
          </p:nvPr>
        </p:nvSpPr>
        <p:spPr>
          <a:xfrm>
            <a:off x="5741644" y="3059401"/>
            <a:ext cx="2115300" cy="484800"/>
          </a:xfrm>
          <a:prstGeom prst="rect">
            <a:avLst/>
          </a:prstGeom>
          <a:ln>
            <a:noFill/>
          </a:ln>
        </p:spPr>
        <p:txBody>
          <a:bodyPr anchorCtr="0" anchor="b"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Red Hat Display Medium"/>
              <a:buNone/>
              <a:defRPr sz="1800">
                <a:solidFill>
                  <a:schemeClr val="dk1"/>
                </a:solidFill>
                <a:latin typeface="Tenor Sans"/>
                <a:ea typeface="Tenor Sans"/>
                <a:cs typeface="Tenor Sans"/>
                <a:sym typeface="Tenor Sans"/>
              </a:defRPr>
            </a:lvl1pPr>
            <a:lvl2pPr lvl="1" rtl="0" algn="ctr">
              <a:lnSpc>
                <a:spcPct val="100000"/>
              </a:lnSpc>
              <a:spcBef>
                <a:spcPts val="0"/>
              </a:spcBef>
              <a:spcAft>
                <a:spcPts val="0"/>
              </a:spcAft>
              <a:buClr>
                <a:schemeClr val="dk1"/>
              </a:buClr>
              <a:buSzPts val="2400"/>
              <a:buFont typeface="Red Hat Display Medium"/>
              <a:buNone/>
              <a:defRPr sz="2400">
                <a:solidFill>
                  <a:schemeClr val="dk1"/>
                </a:solidFill>
                <a:latin typeface="Red Hat Display Medium"/>
                <a:ea typeface="Red Hat Display Medium"/>
                <a:cs typeface="Red Hat Display Medium"/>
                <a:sym typeface="Red Hat Display Medium"/>
              </a:defRPr>
            </a:lvl2pPr>
            <a:lvl3pPr lvl="2" rtl="0" algn="ctr">
              <a:lnSpc>
                <a:spcPct val="100000"/>
              </a:lnSpc>
              <a:spcBef>
                <a:spcPts val="0"/>
              </a:spcBef>
              <a:spcAft>
                <a:spcPts val="0"/>
              </a:spcAft>
              <a:buClr>
                <a:schemeClr val="dk1"/>
              </a:buClr>
              <a:buSzPts val="2400"/>
              <a:buFont typeface="Red Hat Display Medium"/>
              <a:buNone/>
              <a:defRPr sz="2400">
                <a:solidFill>
                  <a:schemeClr val="dk1"/>
                </a:solidFill>
                <a:latin typeface="Red Hat Display Medium"/>
                <a:ea typeface="Red Hat Display Medium"/>
                <a:cs typeface="Red Hat Display Medium"/>
                <a:sym typeface="Red Hat Display Medium"/>
              </a:defRPr>
            </a:lvl3pPr>
            <a:lvl4pPr lvl="3" rtl="0" algn="ctr">
              <a:lnSpc>
                <a:spcPct val="100000"/>
              </a:lnSpc>
              <a:spcBef>
                <a:spcPts val="0"/>
              </a:spcBef>
              <a:spcAft>
                <a:spcPts val="0"/>
              </a:spcAft>
              <a:buClr>
                <a:schemeClr val="dk1"/>
              </a:buClr>
              <a:buSzPts val="2400"/>
              <a:buFont typeface="Red Hat Display Medium"/>
              <a:buNone/>
              <a:defRPr sz="2400">
                <a:solidFill>
                  <a:schemeClr val="dk1"/>
                </a:solidFill>
                <a:latin typeface="Red Hat Display Medium"/>
                <a:ea typeface="Red Hat Display Medium"/>
                <a:cs typeface="Red Hat Display Medium"/>
                <a:sym typeface="Red Hat Display Medium"/>
              </a:defRPr>
            </a:lvl4pPr>
            <a:lvl5pPr lvl="4" rtl="0" algn="ctr">
              <a:lnSpc>
                <a:spcPct val="100000"/>
              </a:lnSpc>
              <a:spcBef>
                <a:spcPts val="0"/>
              </a:spcBef>
              <a:spcAft>
                <a:spcPts val="0"/>
              </a:spcAft>
              <a:buClr>
                <a:schemeClr val="dk1"/>
              </a:buClr>
              <a:buSzPts val="2400"/>
              <a:buFont typeface="Red Hat Display Medium"/>
              <a:buNone/>
              <a:defRPr sz="2400">
                <a:solidFill>
                  <a:schemeClr val="dk1"/>
                </a:solidFill>
                <a:latin typeface="Red Hat Display Medium"/>
                <a:ea typeface="Red Hat Display Medium"/>
                <a:cs typeface="Red Hat Display Medium"/>
                <a:sym typeface="Red Hat Display Medium"/>
              </a:defRPr>
            </a:lvl5pPr>
            <a:lvl6pPr lvl="5" rtl="0" algn="ctr">
              <a:lnSpc>
                <a:spcPct val="100000"/>
              </a:lnSpc>
              <a:spcBef>
                <a:spcPts val="0"/>
              </a:spcBef>
              <a:spcAft>
                <a:spcPts val="0"/>
              </a:spcAft>
              <a:buClr>
                <a:schemeClr val="dk1"/>
              </a:buClr>
              <a:buSzPts val="2400"/>
              <a:buFont typeface="Red Hat Display Medium"/>
              <a:buNone/>
              <a:defRPr sz="2400">
                <a:solidFill>
                  <a:schemeClr val="dk1"/>
                </a:solidFill>
                <a:latin typeface="Red Hat Display Medium"/>
                <a:ea typeface="Red Hat Display Medium"/>
                <a:cs typeface="Red Hat Display Medium"/>
                <a:sym typeface="Red Hat Display Medium"/>
              </a:defRPr>
            </a:lvl6pPr>
            <a:lvl7pPr lvl="6" rtl="0" algn="ctr">
              <a:lnSpc>
                <a:spcPct val="100000"/>
              </a:lnSpc>
              <a:spcBef>
                <a:spcPts val="0"/>
              </a:spcBef>
              <a:spcAft>
                <a:spcPts val="0"/>
              </a:spcAft>
              <a:buClr>
                <a:schemeClr val="dk1"/>
              </a:buClr>
              <a:buSzPts val="2400"/>
              <a:buFont typeface="Red Hat Display Medium"/>
              <a:buNone/>
              <a:defRPr sz="2400">
                <a:solidFill>
                  <a:schemeClr val="dk1"/>
                </a:solidFill>
                <a:latin typeface="Red Hat Display Medium"/>
                <a:ea typeface="Red Hat Display Medium"/>
                <a:cs typeface="Red Hat Display Medium"/>
                <a:sym typeface="Red Hat Display Medium"/>
              </a:defRPr>
            </a:lvl7pPr>
            <a:lvl8pPr lvl="7" rtl="0" algn="ctr">
              <a:lnSpc>
                <a:spcPct val="100000"/>
              </a:lnSpc>
              <a:spcBef>
                <a:spcPts val="0"/>
              </a:spcBef>
              <a:spcAft>
                <a:spcPts val="0"/>
              </a:spcAft>
              <a:buClr>
                <a:schemeClr val="dk1"/>
              </a:buClr>
              <a:buSzPts val="2400"/>
              <a:buFont typeface="Red Hat Display Medium"/>
              <a:buNone/>
              <a:defRPr sz="2400">
                <a:solidFill>
                  <a:schemeClr val="dk1"/>
                </a:solidFill>
                <a:latin typeface="Red Hat Display Medium"/>
                <a:ea typeface="Red Hat Display Medium"/>
                <a:cs typeface="Red Hat Display Medium"/>
                <a:sym typeface="Red Hat Display Medium"/>
              </a:defRPr>
            </a:lvl8pPr>
            <a:lvl9pPr lvl="8" rtl="0" algn="ctr">
              <a:lnSpc>
                <a:spcPct val="100000"/>
              </a:lnSpc>
              <a:spcBef>
                <a:spcPts val="0"/>
              </a:spcBef>
              <a:spcAft>
                <a:spcPts val="0"/>
              </a:spcAft>
              <a:buClr>
                <a:schemeClr val="dk1"/>
              </a:buClr>
              <a:buSzPts val="2400"/>
              <a:buFont typeface="Red Hat Display Medium"/>
              <a:buNone/>
              <a:defRPr sz="2400">
                <a:solidFill>
                  <a:schemeClr val="dk1"/>
                </a:solidFill>
                <a:latin typeface="Red Hat Display Medium"/>
                <a:ea typeface="Red Hat Display Medium"/>
                <a:cs typeface="Red Hat Display Medium"/>
                <a:sym typeface="Red Hat Display Medium"/>
              </a:defRPr>
            </a:lvl9pPr>
          </a:lstStyle>
          <a:p/>
        </p:txBody>
      </p:sp>
      <p:pic>
        <p:nvPicPr>
          <p:cNvPr id="411" name="Google Shape;411;p31"/>
          <p:cNvPicPr preferRelativeResize="0"/>
          <p:nvPr/>
        </p:nvPicPr>
        <p:blipFill>
          <a:blip r:embed="rId3">
            <a:alphaModFix/>
          </a:blip>
          <a:stretch>
            <a:fillRect/>
          </a:stretch>
        </p:blipFill>
        <p:spPr>
          <a:xfrm flipH="1" rot="-9422014">
            <a:off x="-432533" y="3904898"/>
            <a:ext cx="893238" cy="2248730"/>
          </a:xfrm>
          <a:prstGeom prst="rect">
            <a:avLst/>
          </a:prstGeom>
          <a:noFill/>
          <a:ln>
            <a:noFill/>
          </a:ln>
        </p:spPr>
      </p:pic>
      <p:pic>
        <p:nvPicPr>
          <p:cNvPr id="412" name="Google Shape;412;p31"/>
          <p:cNvPicPr preferRelativeResize="0"/>
          <p:nvPr/>
        </p:nvPicPr>
        <p:blipFill>
          <a:blip r:embed="rId4">
            <a:alphaModFix/>
          </a:blip>
          <a:stretch>
            <a:fillRect/>
          </a:stretch>
        </p:blipFill>
        <p:spPr>
          <a:xfrm flipH="1" rot="1949726">
            <a:off x="-1248727" y="2109484"/>
            <a:ext cx="1120952" cy="3526335"/>
          </a:xfrm>
          <a:prstGeom prst="rect">
            <a:avLst/>
          </a:prstGeom>
          <a:noFill/>
          <a:ln>
            <a:noFill/>
          </a:ln>
        </p:spPr>
      </p:pic>
      <p:pic>
        <p:nvPicPr>
          <p:cNvPr id="413" name="Google Shape;413;p31"/>
          <p:cNvPicPr preferRelativeResize="0"/>
          <p:nvPr/>
        </p:nvPicPr>
        <p:blipFill>
          <a:blip r:embed="rId5">
            <a:alphaModFix/>
          </a:blip>
          <a:stretch>
            <a:fillRect/>
          </a:stretch>
        </p:blipFill>
        <p:spPr>
          <a:xfrm flipH="1">
            <a:off x="8385096" y="-167161"/>
            <a:ext cx="1476948" cy="1515064"/>
          </a:xfrm>
          <a:prstGeom prst="rect">
            <a:avLst/>
          </a:prstGeom>
          <a:noFill/>
          <a:ln>
            <a:noFill/>
          </a:ln>
        </p:spPr>
      </p:pic>
      <p:pic>
        <p:nvPicPr>
          <p:cNvPr id="414" name="Google Shape;414;p31"/>
          <p:cNvPicPr preferRelativeResize="0"/>
          <p:nvPr/>
        </p:nvPicPr>
        <p:blipFill>
          <a:blip r:embed="rId6">
            <a:alphaModFix/>
          </a:blip>
          <a:stretch>
            <a:fillRect/>
          </a:stretch>
        </p:blipFill>
        <p:spPr>
          <a:xfrm flipH="1">
            <a:off x="8433163" y="1194026"/>
            <a:ext cx="1615114" cy="1839040"/>
          </a:xfrm>
          <a:prstGeom prst="rect">
            <a:avLst/>
          </a:prstGeom>
          <a:noFill/>
          <a:ln>
            <a:noFill/>
          </a:ln>
        </p:spPr>
      </p:pic>
      <p:pic>
        <p:nvPicPr>
          <p:cNvPr id="415" name="Google Shape;415;p31"/>
          <p:cNvPicPr preferRelativeResize="0"/>
          <p:nvPr/>
        </p:nvPicPr>
        <p:blipFill>
          <a:blip r:embed="rId7">
            <a:alphaModFix/>
          </a:blip>
          <a:stretch>
            <a:fillRect/>
          </a:stretch>
        </p:blipFill>
        <p:spPr>
          <a:xfrm flipH="1" rot="1846097">
            <a:off x="-165904" y="3070948"/>
            <a:ext cx="207681" cy="2104498"/>
          </a:xfrm>
          <a:prstGeom prst="rect">
            <a:avLst/>
          </a:prstGeom>
          <a:noFill/>
          <a:ln>
            <a:noFill/>
          </a:ln>
        </p:spPr>
      </p:pic>
      <p:pic>
        <p:nvPicPr>
          <p:cNvPr id="416" name="Google Shape;416;p31"/>
          <p:cNvPicPr preferRelativeResize="0"/>
          <p:nvPr/>
        </p:nvPicPr>
        <p:blipFill>
          <a:blip r:embed="rId8">
            <a:alphaModFix/>
          </a:blip>
          <a:stretch>
            <a:fillRect/>
          </a:stretch>
        </p:blipFill>
        <p:spPr>
          <a:xfrm flipH="1" rot="-2392916">
            <a:off x="9030426" y="2836821"/>
            <a:ext cx="888486" cy="2572748"/>
          </a:xfrm>
          <a:prstGeom prst="rect">
            <a:avLst/>
          </a:prstGeom>
          <a:noFill/>
          <a:ln>
            <a:noFill/>
          </a:ln>
        </p:spPr>
      </p:pic>
      <p:pic>
        <p:nvPicPr>
          <p:cNvPr id="417" name="Google Shape;417;p31"/>
          <p:cNvPicPr preferRelativeResize="0"/>
          <p:nvPr/>
        </p:nvPicPr>
        <p:blipFill>
          <a:blip r:embed="rId9">
            <a:alphaModFix/>
          </a:blip>
          <a:stretch>
            <a:fillRect/>
          </a:stretch>
        </p:blipFill>
        <p:spPr>
          <a:xfrm flipH="1" rot="-4518101">
            <a:off x="8404577" y="3842317"/>
            <a:ext cx="1672286" cy="1920034"/>
          </a:xfrm>
          <a:prstGeom prst="rect">
            <a:avLst/>
          </a:prstGeom>
          <a:noFill/>
          <a:ln>
            <a:noFill/>
          </a:ln>
        </p:spPr>
      </p:pic>
      <p:pic>
        <p:nvPicPr>
          <p:cNvPr id="418" name="Google Shape;418;p31"/>
          <p:cNvPicPr preferRelativeResize="0"/>
          <p:nvPr/>
        </p:nvPicPr>
        <p:blipFill>
          <a:blip r:embed="rId10">
            <a:alphaModFix/>
          </a:blip>
          <a:stretch>
            <a:fillRect/>
          </a:stretch>
        </p:blipFill>
        <p:spPr>
          <a:xfrm flipH="1">
            <a:off x="-976577" y="227950"/>
            <a:ext cx="1615100" cy="1949066"/>
          </a:xfrm>
          <a:prstGeom prst="rect">
            <a:avLst/>
          </a:prstGeom>
          <a:noFill/>
          <a:ln>
            <a:noFill/>
          </a:ln>
        </p:spPr>
      </p:pic>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BLANK_1_1_1_1_1_1">
    <p:spTree>
      <p:nvGrpSpPr>
        <p:cNvPr id="419" name="Shape 419"/>
        <p:cNvGrpSpPr/>
        <p:nvPr/>
      </p:nvGrpSpPr>
      <p:grpSpPr>
        <a:xfrm>
          <a:off x="0" y="0"/>
          <a:ext cx="0" cy="0"/>
          <a:chOff x="0" y="0"/>
          <a:chExt cx="0" cy="0"/>
        </a:xfrm>
      </p:grpSpPr>
      <p:pic>
        <p:nvPicPr>
          <p:cNvPr id="420" name="Google Shape;420;p32"/>
          <p:cNvPicPr preferRelativeResize="0"/>
          <p:nvPr/>
        </p:nvPicPr>
        <p:blipFill>
          <a:blip r:embed="rId2">
            <a:alphaModFix/>
          </a:blip>
          <a:stretch>
            <a:fillRect/>
          </a:stretch>
        </p:blipFill>
        <p:spPr>
          <a:xfrm flipH="1">
            <a:off x="0" y="0"/>
            <a:ext cx="9144003" cy="5143501"/>
          </a:xfrm>
          <a:prstGeom prst="rect">
            <a:avLst/>
          </a:prstGeom>
          <a:noFill/>
          <a:ln>
            <a:noFill/>
          </a:ln>
        </p:spPr>
      </p:pic>
      <p:sp>
        <p:nvSpPr>
          <p:cNvPr id="421" name="Google Shape;421;p32"/>
          <p:cNvSpPr txBox="1"/>
          <p:nvPr>
            <p:ph hasCustomPrompt="1" type="title"/>
          </p:nvPr>
        </p:nvSpPr>
        <p:spPr>
          <a:xfrm>
            <a:off x="3167552" y="547898"/>
            <a:ext cx="5072400" cy="799200"/>
          </a:xfrm>
          <a:prstGeom prst="rect">
            <a:avLst/>
          </a:prstGeom>
          <a:solidFill>
            <a:schemeClr val="dk2"/>
          </a:solidFill>
        </p:spPr>
        <p:txBody>
          <a:bodyPr anchorCtr="0" anchor="ctr" bIns="91425" lIns="91425" spcFirstLastPara="1" rIns="91425" wrap="square" tIns="91425">
            <a:noAutofit/>
          </a:bodyPr>
          <a:lstStyle>
            <a:lvl1pPr lvl="0" rtl="0" algn="ctr">
              <a:spcBef>
                <a:spcPts val="0"/>
              </a:spcBef>
              <a:spcAft>
                <a:spcPts val="0"/>
              </a:spcAft>
              <a:buSzPts val="6200"/>
              <a:buNone/>
              <a:defRPr sz="5000"/>
            </a:lvl1pPr>
            <a:lvl2pPr lvl="1" rtl="0" algn="ctr">
              <a:spcBef>
                <a:spcPts val="0"/>
              </a:spcBef>
              <a:spcAft>
                <a:spcPts val="0"/>
              </a:spcAft>
              <a:buSzPts val="6200"/>
              <a:buNone/>
              <a:defRPr b="1" sz="6200"/>
            </a:lvl2pPr>
            <a:lvl3pPr lvl="2" rtl="0" algn="ctr">
              <a:spcBef>
                <a:spcPts val="0"/>
              </a:spcBef>
              <a:spcAft>
                <a:spcPts val="0"/>
              </a:spcAft>
              <a:buSzPts val="6200"/>
              <a:buNone/>
              <a:defRPr b="1" sz="6200"/>
            </a:lvl3pPr>
            <a:lvl4pPr lvl="3" rtl="0" algn="ctr">
              <a:spcBef>
                <a:spcPts val="0"/>
              </a:spcBef>
              <a:spcAft>
                <a:spcPts val="0"/>
              </a:spcAft>
              <a:buSzPts val="6200"/>
              <a:buNone/>
              <a:defRPr b="1" sz="6200"/>
            </a:lvl4pPr>
            <a:lvl5pPr lvl="4" rtl="0" algn="ctr">
              <a:spcBef>
                <a:spcPts val="0"/>
              </a:spcBef>
              <a:spcAft>
                <a:spcPts val="0"/>
              </a:spcAft>
              <a:buSzPts val="6200"/>
              <a:buNone/>
              <a:defRPr b="1" sz="6200"/>
            </a:lvl5pPr>
            <a:lvl6pPr lvl="5" rtl="0" algn="ctr">
              <a:spcBef>
                <a:spcPts val="0"/>
              </a:spcBef>
              <a:spcAft>
                <a:spcPts val="0"/>
              </a:spcAft>
              <a:buSzPts val="6200"/>
              <a:buNone/>
              <a:defRPr b="1" sz="6200"/>
            </a:lvl6pPr>
            <a:lvl7pPr lvl="6" rtl="0" algn="ctr">
              <a:spcBef>
                <a:spcPts val="0"/>
              </a:spcBef>
              <a:spcAft>
                <a:spcPts val="0"/>
              </a:spcAft>
              <a:buSzPts val="6200"/>
              <a:buNone/>
              <a:defRPr b="1" sz="6200"/>
            </a:lvl7pPr>
            <a:lvl8pPr lvl="7" rtl="0" algn="ctr">
              <a:spcBef>
                <a:spcPts val="0"/>
              </a:spcBef>
              <a:spcAft>
                <a:spcPts val="0"/>
              </a:spcAft>
              <a:buSzPts val="6200"/>
              <a:buNone/>
              <a:defRPr b="1" sz="6200"/>
            </a:lvl8pPr>
            <a:lvl9pPr lvl="8" rtl="0" algn="ctr">
              <a:spcBef>
                <a:spcPts val="0"/>
              </a:spcBef>
              <a:spcAft>
                <a:spcPts val="0"/>
              </a:spcAft>
              <a:buSzPts val="6200"/>
              <a:buNone/>
              <a:defRPr b="1" sz="6200"/>
            </a:lvl9pPr>
          </a:lstStyle>
          <a:p>
            <a:r>
              <a:t>xx%</a:t>
            </a:r>
          </a:p>
        </p:txBody>
      </p:sp>
      <p:sp>
        <p:nvSpPr>
          <p:cNvPr id="422" name="Google Shape;422;p32"/>
          <p:cNvSpPr txBox="1"/>
          <p:nvPr>
            <p:ph idx="1" type="subTitle"/>
          </p:nvPr>
        </p:nvSpPr>
        <p:spPr>
          <a:xfrm>
            <a:off x="3165701" y="1355530"/>
            <a:ext cx="5072400" cy="429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423" name="Google Shape;423;p32"/>
          <p:cNvSpPr txBox="1"/>
          <p:nvPr>
            <p:ph hasCustomPrompt="1" idx="2" type="title"/>
          </p:nvPr>
        </p:nvSpPr>
        <p:spPr>
          <a:xfrm>
            <a:off x="3167627" y="1953123"/>
            <a:ext cx="5072400" cy="799200"/>
          </a:xfrm>
          <a:prstGeom prst="rect">
            <a:avLst/>
          </a:prstGeom>
          <a:solidFill>
            <a:schemeClr val="dk2"/>
          </a:solidFill>
        </p:spPr>
        <p:txBody>
          <a:bodyPr anchorCtr="0" anchor="ctr" bIns="91425" lIns="91425" spcFirstLastPara="1" rIns="91425" wrap="square" tIns="91425">
            <a:noAutofit/>
          </a:bodyPr>
          <a:lstStyle>
            <a:lvl1pPr lvl="0" rtl="0" algn="ctr">
              <a:spcBef>
                <a:spcPts val="0"/>
              </a:spcBef>
              <a:spcAft>
                <a:spcPts val="0"/>
              </a:spcAft>
              <a:buSzPts val="6200"/>
              <a:buNone/>
              <a:defRPr sz="5000"/>
            </a:lvl1pPr>
            <a:lvl2pPr lvl="1" rtl="0" algn="ctr">
              <a:spcBef>
                <a:spcPts val="0"/>
              </a:spcBef>
              <a:spcAft>
                <a:spcPts val="0"/>
              </a:spcAft>
              <a:buSzPts val="6200"/>
              <a:buNone/>
              <a:defRPr b="1" sz="6200"/>
            </a:lvl2pPr>
            <a:lvl3pPr lvl="2" rtl="0" algn="ctr">
              <a:spcBef>
                <a:spcPts val="0"/>
              </a:spcBef>
              <a:spcAft>
                <a:spcPts val="0"/>
              </a:spcAft>
              <a:buSzPts val="6200"/>
              <a:buNone/>
              <a:defRPr b="1" sz="6200"/>
            </a:lvl3pPr>
            <a:lvl4pPr lvl="3" rtl="0" algn="ctr">
              <a:spcBef>
                <a:spcPts val="0"/>
              </a:spcBef>
              <a:spcAft>
                <a:spcPts val="0"/>
              </a:spcAft>
              <a:buSzPts val="6200"/>
              <a:buNone/>
              <a:defRPr b="1" sz="6200"/>
            </a:lvl4pPr>
            <a:lvl5pPr lvl="4" rtl="0" algn="ctr">
              <a:spcBef>
                <a:spcPts val="0"/>
              </a:spcBef>
              <a:spcAft>
                <a:spcPts val="0"/>
              </a:spcAft>
              <a:buSzPts val="6200"/>
              <a:buNone/>
              <a:defRPr b="1" sz="6200"/>
            </a:lvl5pPr>
            <a:lvl6pPr lvl="5" rtl="0" algn="ctr">
              <a:spcBef>
                <a:spcPts val="0"/>
              </a:spcBef>
              <a:spcAft>
                <a:spcPts val="0"/>
              </a:spcAft>
              <a:buSzPts val="6200"/>
              <a:buNone/>
              <a:defRPr b="1" sz="6200"/>
            </a:lvl6pPr>
            <a:lvl7pPr lvl="6" rtl="0" algn="ctr">
              <a:spcBef>
                <a:spcPts val="0"/>
              </a:spcBef>
              <a:spcAft>
                <a:spcPts val="0"/>
              </a:spcAft>
              <a:buSzPts val="6200"/>
              <a:buNone/>
              <a:defRPr b="1" sz="6200"/>
            </a:lvl7pPr>
            <a:lvl8pPr lvl="7" rtl="0" algn="ctr">
              <a:spcBef>
                <a:spcPts val="0"/>
              </a:spcBef>
              <a:spcAft>
                <a:spcPts val="0"/>
              </a:spcAft>
              <a:buSzPts val="6200"/>
              <a:buNone/>
              <a:defRPr b="1" sz="6200"/>
            </a:lvl8pPr>
            <a:lvl9pPr lvl="8" rtl="0" algn="ctr">
              <a:spcBef>
                <a:spcPts val="0"/>
              </a:spcBef>
              <a:spcAft>
                <a:spcPts val="0"/>
              </a:spcAft>
              <a:buSzPts val="6200"/>
              <a:buNone/>
              <a:defRPr b="1" sz="6200"/>
            </a:lvl9pPr>
          </a:lstStyle>
          <a:p>
            <a:r>
              <a:t>xx%</a:t>
            </a:r>
          </a:p>
        </p:txBody>
      </p:sp>
      <p:sp>
        <p:nvSpPr>
          <p:cNvPr id="424" name="Google Shape;424;p32"/>
          <p:cNvSpPr txBox="1"/>
          <p:nvPr>
            <p:ph idx="3" type="subTitle"/>
          </p:nvPr>
        </p:nvSpPr>
        <p:spPr>
          <a:xfrm>
            <a:off x="3165701" y="2760760"/>
            <a:ext cx="5072400" cy="429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425" name="Google Shape;425;p32"/>
          <p:cNvSpPr txBox="1"/>
          <p:nvPr>
            <p:ph hasCustomPrompt="1" idx="4" type="title"/>
          </p:nvPr>
        </p:nvSpPr>
        <p:spPr>
          <a:xfrm>
            <a:off x="3167627" y="3358373"/>
            <a:ext cx="5072400" cy="799200"/>
          </a:xfrm>
          <a:prstGeom prst="rect">
            <a:avLst/>
          </a:prstGeom>
          <a:solidFill>
            <a:schemeClr val="dk2"/>
          </a:solidFill>
        </p:spPr>
        <p:txBody>
          <a:bodyPr anchorCtr="0" anchor="ctr" bIns="91425" lIns="91425" spcFirstLastPara="1" rIns="91425" wrap="square" tIns="91425">
            <a:noAutofit/>
          </a:bodyPr>
          <a:lstStyle>
            <a:lvl1pPr lvl="0" rtl="0" algn="ctr">
              <a:spcBef>
                <a:spcPts val="0"/>
              </a:spcBef>
              <a:spcAft>
                <a:spcPts val="0"/>
              </a:spcAft>
              <a:buSzPts val="6200"/>
              <a:buNone/>
              <a:defRPr sz="5000"/>
            </a:lvl1pPr>
            <a:lvl2pPr lvl="1" rtl="0" algn="ctr">
              <a:spcBef>
                <a:spcPts val="0"/>
              </a:spcBef>
              <a:spcAft>
                <a:spcPts val="0"/>
              </a:spcAft>
              <a:buSzPts val="6200"/>
              <a:buNone/>
              <a:defRPr b="1" sz="6200"/>
            </a:lvl2pPr>
            <a:lvl3pPr lvl="2" rtl="0" algn="ctr">
              <a:spcBef>
                <a:spcPts val="0"/>
              </a:spcBef>
              <a:spcAft>
                <a:spcPts val="0"/>
              </a:spcAft>
              <a:buSzPts val="6200"/>
              <a:buNone/>
              <a:defRPr b="1" sz="6200"/>
            </a:lvl3pPr>
            <a:lvl4pPr lvl="3" rtl="0" algn="ctr">
              <a:spcBef>
                <a:spcPts val="0"/>
              </a:spcBef>
              <a:spcAft>
                <a:spcPts val="0"/>
              </a:spcAft>
              <a:buSzPts val="6200"/>
              <a:buNone/>
              <a:defRPr b="1" sz="6200"/>
            </a:lvl4pPr>
            <a:lvl5pPr lvl="4" rtl="0" algn="ctr">
              <a:spcBef>
                <a:spcPts val="0"/>
              </a:spcBef>
              <a:spcAft>
                <a:spcPts val="0"/>
              </a:spcAft>
              <a:buSzPts val="6200"/>
              <a:buNone/>
              <a:defRPr b="1" sz="6200"/>
            </a:lvl5pPr>
            <a:lvl6pPr lvl="5" rtl="0" algn="ctr">
              <a:spcBef>
                <a:spcPts val="0"/>
              </a:spcBef>
              <a:spcAft>
                <a:spcPts val="0"/>
              </a:spcAft>
              <a:buSzPts val="6200"/>
              <a:buNone/>
              <a:defRPr b="1" sz="6200"/>
            </a:lvl6pPr>
            <a:lvl7pPr lvl="6" rtl="0" algn="ctr">
              <a:spcBef>
                <a:spcPts val="0"/>
              </a:spcBef>
              <a:spcAft>
                <a:spcPts val="0"/>
              </a:spcAft>
              <a:buSzPts val="6200"/>
              <a:buNone/>
              <a:defRPr b="1" sz="6200"/>
            </a:lvl7pPr>
            <a:lvl8pPr lvl="7" rtl="0" algn="ctr">
              <a:spcBef>
                <a:spcPts val="0"/>
              </a:spcBef>
              <a:spcAft>
                <a:spcPts val="0"/>
              </a:spcAft>
              <a:buSzPts val="6200"/>
              <a:buNone/>
              <a:defRPr b="1" sz="6200"/>
            </a:lvl8pPr>
            <a:lvl9pPr lvl="8" rtl="0" algn="ctr">
              <a:spcBef>
                <a:spcPts val="0"/>
              </a:spcBef>
              <a:spcAft>
                <a:spcPts val="0"/>
              </a:spcAft>
              <a:buSzPts val="6200"/>
              <a:buNone/>
              <a:defRPr b="1" sz="6200"/>
            </a:lvl9pPr>
          </a:lstStyle>
          <a:p>
            <a:r>
              <a:t>xx%</a:t>
            </a:r>
          </a:p>
        </p:txBody>
      </p:sp>
      <p:sp>
        <p:nvSpPr>
          <p:cNvPr id="426" name="Google Shape;426;p32"/>
          <p:cNvSpPr txBox="1"/>
          <p:nvPr>
            <p:ph idx="5" type="subTitle"/>
          </p:nvPr>
        </p:nvSpPr>
        <p:spPr>
          <a:xfrm>
            <a:off x="3165701" y="4166002"/>
            <a:ext cx="5072400" cy="429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pic>
        <p:nvPicPr>
          <p:cNvPr id="427" name="Google Shape;427;p32"/>
          <p:cNvPicPr preferRelativeResize="0"/>
          <p:nvPr/>
        </p:nvPicPr>
        <p:blipFill>
          <a:blip r:embed="rId3">
            <a:alphaModFix/>
          </a:blip>
          <a:stretch>
            <a:fillRect/>
          </a:stretch>
        </p:blipFill>
        <p:spPr>
          <a:xfrm flipH="1" rot="5400000">
            <a:off x="-6636" y="1356080"/>
            <a:ext cx="149150" cy="2595250"/>
          </a:xfrm>
          <a:prstGeom prst="rect">
            <a:avLst/>
          </a:prstGeom>
          <a:noFill/>
          <a:ln>
            <a:noFill/>
          </a:ln>
        </p:spPr>
      </p:pic>
      <p:pic>
        <p:nvPicPr>
          <p:cNvPr id="428" name="Google Shape;428;p32"/>
          <p:cNvPicPr preferRelativeResize="0"/>
          <p:nvPr/>
        </p:nvPicPr>
        <p:blipFill>
          <a:blip r:embed="rId4">
            <a:alphaModFix/>
          </a:blip>
          <a:stretch>
            <a:fillRect/>
          </a:stretch>
        </p:blipFill>
        <p:spPr>
          <a:xfrm flipH="1" rot="5400000">
            <a:off x="-491748" y="1944175"/>
            <a:ext cx="308400" cy="3572000"/>
          </a:xfrm>
          <a:prstGeom prst="rect">
            <a:avLst/>
          </a:prstGeom>
          <a:noFill/>
          <a:ln>
            <a:noFill/>
          </a:ln>
        </p:spPr>
      </p:pic>
      <p:pic>
        <p:nvPicPr>
          <p:cNvPr id="429" name="Google Shape;429;p32"/>
          <p:cNvPicPr preferRelativeResize="0"/>
          <p:nvPr/>
        </p:nvPicPr>
        <p:blipFill>
          <a:blip r:embed="rId5">
            <a:alphaModFix/>
          </a:blip>
          <a:stretch>
            <a:fillRect/>
          </a:stretch>
        </p:blipFill>
        <p:spPr>
          <a:xfrm flipH="1" rot="5400000">
            <a:off x="524893" y="1821229"/>
            <a:ext cx="712975" cy="2663942"/>
          </a:xfrm>
          <a:prstGeom prst="rect">
            <a:avLst/>
          </a:prstGeom>
          <a:noFill/>
          <a:ln>
            <a:noFill/>
          </a:ln>
        </p:spPr>
      </p:pic>
      <p:pic>
        <p:nvPicPr>
          <p:cNvPr id="430" name="Google Shape;430;p32"/>
          <p:cNvPicPr preferRelativeResize="0"/>
          <p:nvPr/>
        </p:nvPicPr>
        <p:blipFill>
          <a:blip r:embed="rId6">
            <a:alphaModFix/>
          </a:blip>
          <a:stretch>
            <a:fillRect/>
          </a:stretch>
        </p:blipFill>
        <p:spPr>
          <a:xfrm flipH="1" rot="5400002">
            <a:off x="108398" y="139230"/>
            <a:ext cx="1066756" cy="3355847"/>
          </a:xfrm>
          <a:prstGeom prst="rect">
            <a:avLst/>
          </a:prstGeom>
          <a:noFill/>
          <a:ln>
            <a:noFill/>
          </a:ln>
        </p:spPr>
      </p:pic>
      <p:pic>
        <p:nvPicPr>
          <p:cNvPr id="431" name="Google Shape;431;p32"/>
          <p:cNvPicPr preferRelativeResize="0"/>
          <p:nvPr/>
        </p:nvPicPr>
        <p:blipFill>
          <a:blip r:embed="rId7">
            <a:alphaModFix/>
          </a:blip>
          <a:stretch>
            <a:fillRect/>
          </a:stretch>
        </p:blipFill>
        <p:spPr>
          <a:xfrm flipH="1" rot="4946725">
            <a:off x="8925" y="-75060"/>
            <a:ext cx="740577" cy="2922349"/>
          </a:xfrm>
          <a:prstGeom prst="rect">
            <a:avLst/>
          </a:prstGeom>
          <a:noFill/>
          <a:ln>
            <a:noFill/>
          </a:ln>
        </p:spPr>
      </p:pic>
      <p:pic>
        <p:nvPicPr>
          <p:cNvPr id="432" name="Google Shape;432;p32"/>
          <p:cNvPicPr preferRelativeResize="0"/>
          <p:nvPr/>
        </p:nvPicPr>
        <p:blipFill>
          <a:blip r:embed="rId8">
            <a:alphaModFix/>
          </a:blip>
          <a:stretch>
            <a:fillRect/>
          </a:stretch>
        </p:blipFill>
        <p:spPr>
          <a:xfrm flipH="1" rot="5565385">
            <a:off x="441619" y="1262204"/>
            <a:ext cx="152305" cy="1931635"/>
          </a:xfrm>
          <a:prstGeom prst="rect">
            <a:avLst/>
          </a:prstGeom>
          <a:noFill/>
          <a:ln>
            <a:noFill/>
          </a:ln>
        </p:spPr>
      </p:pic>
      <p:pic>
        <p:nvPicPr>
          <p:cNvPr id="433" name="Google Shape;433;p32"/>
          <p:cNvPicPr preferRelativeResize="0"/>
          <p:nvPr/>
        </p:nvPicPr>
        <p:blipFill>
          <a:blip r:embed="rId9">
            <a:alphaModFix/>
          </a:blip>
          <a:stretch>
            <a:fillRect/>
          </a:stretch>
        </p:blipFill>
        <p:spPr>
          <a:xfrm flipH="1" rot="7077880">
            <a:off x="-218404" y="3821558"/>
            <a:ext cx="1692913" cy="1927926"/>
          </a:xfrm>
          <a:prstGeom prst="rect">
            <a:avLst/>
          </a:prstGeom>
          <a:noFill/>
          <a:ln>
            <a:noFill/>
          </a:ln>
        </p:spPr>
      </p:pic>
      <p:pic>
        <p:nvPicPr>
          <p:cNvPr id="434" name="Google Shape;434;p32"/>
          <p:cNvPicPr preferRelativeResize="0"/>
          <p:nvPr/>
        </p:nvPicPr>
        <p:blipFill>
          <a:blip r:embed="rId10">
            <a:alphaModFix/>
          </a:blip>
          <a:stretch>
            <a:fillRect/>
          </a:stretch>
        </p:blipFill>
        <p:spPr>
          <a:xfrm flipH="1" rot="8100000">
            <a:off x="-522803" y="-283040"/>
            <a:ext cx="1522499" cy="1899886"/>
          </a:xfrm>
          <a:prstGeom prst="rect">
            <a:avLst/>
          </a:prstGeom>
          <a:noFill/>
          <a:ln>
            <a:noFill/>
          </a:ln>
        </p:spPr>
      </p:pic>
      <p:pic>
        <p:nvPicPr>
          <p:cNvPr id="435" name="Google Shape;435;p32"/>
          <p:cNvPicPr preferRelativeResize="0"/>
          <p:nvPr/>
        </p:nvPicPr>
        <p:blipFill>
          <a:blip r:embed="rId11">
            <a:alphaModFix/>
          </a:blip>
          <a:stretch>
            <a:fillRect/>
          </a:stretch>
        </p:blipFill>
        <p:spPr>
          <a:xfrm flipH="1" rot="2396622">
            <a:off x="-213162" y="3505207"/>
            <a:ext cx="1392680" cy="1598992"/>
          </a:xfrm>
          <a:prstGeom prst="rect">
            <a:avLst/>
          </a:prstGeom>
          <a:noFill/>
          <a:ln>
            <a:noFill/>
          </a:ln>
        </p:spPr>
      </p:pic>
      <p:pic>
        <p:nvPicPr>
          <p:cNvPr id="436" name="Google Shape;436;p32"/>
          <p:cNvPicPr preferRelativeResize="0"/>
          <p:nvPr/>
        </p:nvPicPr>
        <p:blipFill>
          <a:blip r:embed="rId4">
            <a:alphaModFix/>
          </a:blip>
          <a:stretch>
            <a:fillRect/>
          </a:stretch>
        </p:blipFill>
        <p:spPr>
          <a:xfrm flipH="1" rot="5744822">
            <a:off x="-159448" y="-1583275"/>
            <a:ext cx="308400" cy="3572000"/>
          </a:xfrm>
          <a:prstGeom prst="rect">
            <a:avLst/>
          </a:prstGeom>
          <a:noFill/>
          <a:ln>
            <a:noFill/>
          </a:ln>
        </p:spPr>
      </p:pic>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1">
  <p:cSld name="BLANK_1_1_1_2_1_1">
    <p:spTree>
      <p:nvGrpSpPr>
        <p:cNvPr id="437" name="Shape 437"/>
        <p:cNvGrpSpPr/>
        <p:nvPr/>
      </p:nvGrpSpPr>
      <p:grpSpPr>
        <a:xfrm>
          <a:off x="0" y="0"/>
          <a:ext cx="0" cy="0"/>
          <a:chOff x="0" y="0"/>
          <a:chExt cx="0" cy="0"/>
        </a:xfrm>
      </p:grpSpPr>
      <p:pic>
        <p:nvPicPr>
          <p:cNvPr id="438" name="Google Shape;438;p33"/>
          <p:cNvPicPr preferRelativeResize="0"/>
          <p:nvPr/>
        </p:nvPicPr>
        <p:blipFill>
          <a:blip r:embed="rId2">
            <a:alphaModFix/>
          </a:blip>
          <a:stretch>
            <a:fillRect/>
          </a:stretch>
        </p:blipFill>
        <p:spPr>
          <a:xfrm>
            <a:off x="0" y="0"/>
            <a:ext cx="9144003" cy="5143501"/>
          </a:xfrm>
          <a:prstGeom prst="rect">
            <a:avLst/>
          </a:prstGeom>
          <a:noFill/>
          <a:ln>
            <a:noFill/>
          </a:ln>
        </p:spPr>
      </p:pic>
      <p:sp>
        <p:nvSpPr>
          <p:cNvPr id="439" name="Google Shape;439;p33"/>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440" name="Google Shape;440;p33"/>
          <p:cNvSpPr txBox="1"/>
          <p:nvPr>
            <p:ph idx="1" type="subTitle"/>
          </p:nvPr>
        </p:nvSpPr>
        <p:spPr>
          <a:xfrm>
            <a:off x="720000" y="2783556"/>
            <a:ext cx="2336400" cy="440100"/>
          </a:xfrm>
          <a:prstGeom prst="rect">
            <a:avLst/>
          </a:prstGeom>
          <a:ln>
            <a:noFill/>
          </a:ln>
        </p:spPr>
        <p:txBody>
          <a:bodyPr anchorCtr="0" anchor="b"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Red Hat Display Medium"/>
              <a:buNone/>
              <a:defRPr sz="1800">
                <a:solidFill>
                  <a:schemeClr val="dk1"/>
                </a:solidFill>
                <a:latin typeface="Tenor Sans"/>
                <a:ea typeface="Tenor Sans"/>
                <a:cs typeface="Tenor Sans"/>
                <a:sym typeface="Tenor Sans"/>
              </a:defRPr>
            </a:lvl1pPr>
            <a:lvl2pPr lvl="1" rtl="0" algn="ctr">
              <a:lnSpc>
                <a:spcPct val="100000"/>
              </a:lnSpc>
              <a:spcBef>
                <a:spcPts val="0"/>
              </a:spcBef>
              <a:spcAft>
                <a:spcPts val="0"/>
              </a:spcAft>
              <a:buClr>
                <a:schemeClr val="dk1"/>
              </a:buClr>
              <a:buSzPts val="2400"/>
              <a:buFont typeface="Red Hat Display Medium"/>
              <a:buNone/>
              <a:defRPr sz="2400">
                <a:solidFill>
                  <a:schemeClr val="dk1"/>
                </a:solidFill>
                <a:latin typeface="Red Hat Display Medium"/>
                <a:ea typeface="Red Hat Display Medium"/>
                <a:cs typeface="Red Hat Display Medium"/>
                <a:sym typeface="Red Hat Display Medium"/>
              </a:defRPr>
            </a:lvl2pPr>
            <a:lvl3pPr lvl="2" rtl="0" algn="ctr">
              <a:lnSpc>
                <a:spcPct val="100000"/>
              </a:lnSpc>
              <a:spcBef>
                <a:spcPts val="0"/>
              </a:spcBef>
              <a:spcAft>
                <a:spcPts val="0"/>
              </a:spcAft>
              <a:buClr>
                <a:schemeClr val="dk1"/>
              </a:buClr>
              <a:buSzPts val="2400"/>
              <a:buFont typeface="Red Hat Display Medium"/>
              <a:buNone/>
              <a:defRPr sz="2400">
                <a:solidFill>
                  <a:schemeClr val="dk1"/>
                </a:solidFill>
                <a:latin typeface="Red Hat Display Medium"/>
                <a:ea typeface="Red Hat Display Medium"/>
                <a:cs typeface="Red Hat Display Medium"/>
                <a:sym typeface="Red Hat Display Medium"/>
              </a:defRPr>
            </a:lvl3pPr>
            <a:lvl4pPr lvl="3" rtl="0" algn="ctr">
              <a:lnSpc>
                <a:spcPct val="100000"/>
              </a:lnSpc>
              <a:spcBef>
                <a:spcPts val="0"/>
              </a:spcBef>
              <a:spcAft>
                <a:spcPts val="0"/>
              </a:spcAft>
              <a:buClr>
                <a:schemeClr val="dk1"/>
              </a:buClr>
              <a:buSzPts val="2400"/>
              <a:buFont typeface="Red Hat Display Medium"/>
              <a:buNone/>
              <a:defRPr sz="2400">
                <a:solidFill>
                  <a:schemeClr val="dk1"/>
                </a:solidFill>
                <a:latin typeface="Red Hat Display Medium"/>
                <a:ea typeface="Red Hat Display Medium"/>
                <a:cs typeface="Red Hat Display Medium"/>
                <a:sym typeface="Red Hat Display Medium"/>
              </a:defRPr>
            </a:lvl4pPr>
            <a:lvl5pPr lvl="4" rtl="0" algn="ctr">
              <a:lnSpc>
                <a:spcPct val="100000"/>
              </a:lnSpc>
              <a:spcBef>
                <a:spcPts val="0"/>
              </a:spcBef>
              <a:spcAft>
                <a:spcPts val="0"/>
              </a:spcAft>
              <a:buClr>
                <a:schemeClr val="dk1"/>
              </a:buClr>
              <a:buSzPts val="2400"/>
              <a:buFont typeface="Red Hat Display Medium"/>
              <a:buNone/>
              <a:defRPr sz="2400">
                <a:solidFill>
                  <a:schemeClr val="dk1"/>
                </a:solidFill>
                <a:latin typeface="Red Hat Display Medium"/>
                <a:ea typeface="Red Hat Display Medium"/>
                <a:cs typeface="Red Hat Display Medium"/>
                <a:sym typeface="Red Hat Display Medium"/>
              </a:defRPr>
            </a:lvl5pPr>
            <a:lvl6pPr lvl="5" rtl="0" algn="ctr">
              <a:lnSpc>
                <a:spcPct val="100000"/>
              </a:lnSpc>
              <a:spcBef>
                <a:spcPts val="0"/>
              </a:spcBef>
              <a:spcAft>
                <a:spcPts val="0"/>
              </a:spcAft>
              <a:buClr>
                <a:schemeClr val="dk1"/>
              </a:buClr>
              <a:buSzPts val="2400"/>
              <a:buFont typeface="Red Hat Display Medium"/>
              <a:buNone/>
              <a:defRPr sz="2400">
                <a:solidFill>
                  <a:schemeClr val="dk1"/>
                </a:solidFill>
                <a:latin typeface="Red Hat Display Medium"/>
                <a:ea typeface="Red Hat Display Medium"/>
                <a:cs typeface="Red Hat Display Medium"/>
                <a:sym typeface="Red Hat Display Medium"/>
              </a:defRPr>
            </a:lvl6pPr>
            <a:lvl7pPr lvl="6" rtl="0" algn="ctr">
              <a:lnSpc>
                <a:spcPct val="100000"/>
              </a:lnSpc>
              <a:spcBef>
                <a:spcPts val="0"/>
              </a:spcBef>
              <a:spcAft>
                <a:spcPts val="0"/>
              </a:spcAft>
              <a:buClr>
                <a:schemeClr val="dk1"/>
              </a:buClr>
              <a:buSzPts val="2400"/>
              <a:buFont typeface="Red Hat Display Medium"/>
              <a:buNone/>
              <a:defRPr sz="2400">
                <a:solidFill>
                  <a:schemeClr val="dk1"/>
                </a:solidFill>
                <a:latin typeface="Red Hat Display Medium"/>
                <a:ea typeface="Red Hat Display Medium"/>
                <a:cs typeface="Red Hat Display Medium"/>
                <a:sym typeface="Red Hat Display Medium"/>
              </a:defRPr>
            </a:lvl7pPr>
            <a:lvl8pPr lvl="7" rtl="0" algn="ctr">
              <a:lnSpc>
                <a:spcPct val="100000"/>
              </a:lnSpc>
              <a:spcBef>
                <a:spcPts val="0"/>
              </a:spcBef>
              <a:spcAft>
                <a:spcPts val="0"/>
              </a:spcAft>
              <a:buClr>
                <a:schemeClr val="dk1"/>
              </a:buClr>
              <a:buSzPts val="2400"/>
              <a:buFont typeface="Red Hat Display Medium"/>
              <a:buNone/>
              <a:defRPr sz="2400">
                <a:solidFill>
                  <a:schemeClr val="dk1"/>
                </a:solidFill>
                <a:latin typeface="Red Hat Display Medium"/>
                <a:ea typeface="Red Hat Display Medium"/>
                <a:cs typeface="Red Hat Display Medium"/>
                <a:sym typeface="Red Hat Display Medium"/>
              </a:defRPr>
            </a:lvl8pPr>
            <a:lvl9pPr lvl="8" rtl="0" algn="ctr">
              <a:lnSpc>
                <a:spcPct val="100000"/>
              </a:lnSpc>
              <a:spcBef>
                <a:spcPts val="0"/>
              </a:spcBef>
              <a:spcAft>
                <a:spcPts val="0"/>
              </a:spcAft>
              <a:buClr>
                <a:schemeClr val="dk1"/>
              </a:buClr>
              <a:buSzPts val="2400"/>
              <a:buFont typeface="Red Hat Display Medium"/>
              <a:buNone/>
              <a:defRPr sz="2400">
                <a:solidFill>
                  <a:schemeClr val="dk1"/>
                </a:solidFill>
                <a:latin typeface="Red Hat Display Medium"/>
                <a:ea typeface="Red Hat Display Medium"/>
                <a:cs typeface="Red Hat Display Medium"/>
                <a:sym typeface="Red Hat Display Medium"/>
              </a:defRPr>
            </a:lvl9pPr>
          </a:lstStyle>
          <a:p/>
        </p:txBody>
      </p:sp>
      <p:sp>
        <p:nvSpPr>
          <p:cNvPr id="441" name="Google Shape;441;p33"/>
          <p:cNvSpPr txBox="1"/>
          <p:nvPr>
            <p:ph idx="2" type="subTitle"/>
          </p:nvPr>
        </p:nvSpPr>
        <p:spPr>
          <a:xfrm>
            <a:off x="720000" y="3125599"/>
            <a:ext cx="2336400" cy="8325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442" name="Google Shape;442;p33"/>
          <p:cNvSpPr txBox="1"/>
          <p:nvPr>
            <p:ph idx="3" type="subTitle"/>
          </p:nvPr>
        </p:nvSpPr>
        <p:spPr>
          <a:xfrm>
            <a:off x="3403800" y="3524499"/>
            <a:ext cx="2336400" cy="8325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443" name="Google Shape;443;p33"/>
          <p:cNvSpPr txBox="1"/>
          <p:nvPr>
            <p:ph idx="4" type="subTitle"/>
          </p:nvPr>
        </p:nvSpPr>
        <p:spPr>
          <a:xfrm>
            <a:off x="6087600" y="3125599"/>
            <a:ext cx="2336400" cy="8325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444" name="Google Shape;444;p33"/>
          <p:cNvSpPr txBox="1"/>
          <p:nvPr>
            <p:ph idx="5" type="subTitle"/>
          </p:nvPr>
        </p:nvSpPr>
        <p:spPr>
          <a:xfrm>
            <a:off x="3403800" y="3182456"/>
            <a:ext cx="2336400" cy="440100"/>
          </a:xfrm>
          <a:prstGeom prst="rect">
            <a:avLst/>
          </a:prstGeom>
          <a:ln>
            <a:noFill/>
          </a:ln>
        </p:spPr>
        <p:txBody>
          <a:bodyPr anchorCtr="0" anchor="b"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Red Hat Display Medium"/>
              <a:buNone/>
              <a:defRPr sz="1800">
                <a:solidFill>
                  <a:schemeClr val="dk1"/>
                </a:solidFill>
                <a:latin typeface="Tenor Sans"/>
                <a:ea typeface="Tenor Sans"/>
                <a:cs typeface="Tenor Sans"/>
                <a:sym typeface="Tenor Sans"/>
              </a:defRPr>
            </a:lvl1pPr>
            <a:lvl2pPr lvl="1" rtl="0" algn="ctr">
              <a:lnSpc>
                <a:spcPct val="100000"/>
              </a:lnSpc>
              <a:spcBef>
                <a:spcPts val="0"/>
              </a:spcBef>
              <a:spcAft>
                <a:spcPts val="0"/>
              </a:spcAft>
              <a:buClr>
                <a:schemeClr val="dk1"/>
              </a:buClr>
              <a:buSzPts val="2400"/>
              <a:buFont typeface="Red Hat Display Medium"/>
              <a:buNone/>
              <a:defRPr sz="2400">
                <a:solidFill>
                  <a:schemeClr val="dk1"/>
                </a:solidFill>
                <a:latin typeface="Red Hat Display Medium"/>
                <a:ea typeface="Red Hat Display Medium"/>
                <a:cs typeface="Red Hat Display Medium"/>
                <a:sym typeface="Red Hat Display Medium"/>
              </a:defRPr>
            </a:lvl2pPr>
            <a:lvl3pPr lvl="2" rtl="0" algn="ctr">
              <a:lnSpc>
                <a:spcPct val="100000"/>
              </a:lnSpc>
              <a:spcBef>
                <a:spcPts val="0"/>
              </a:spcBef>
              <a:spcAft>
                <a:spcPts val="0"/>
              </a:spcAft>
              <a:buClr>
                <a:schemeClr val="dk1"/>
              </a:buClr>
              <a:buSzPts val="2400"/>
              <a:buFont typeface="Red Hat Display Medium"/>
              <a:buNone/>
              <a:defRPr sz="2400">
                <a:solidFill>
                  <a:schemeClr val="dk1"/>
                </a:solidFill>
                <a:latin typeface="Red Hat Display Medium"/>
                <a:ea typeface="Red Hat Display Medium"/>
                <a:cs typeface="Red Hat Display Medium"/>
                <a:sym typeface="Red Hat Display Medium"/>
              </a:defRPr>
            </a:lvl3pPr>
            <a:lvl4pPr lvl="3" rtl="0" algn="ctr">
              <a:lnSpc>
                <a:spcPct val="100000"/>
              </a:lnSpc>
              <a:spcBef>
                <a:spcPts val="0"/>
              </a:spcBef>
              <a:spcAft>
                <a:spcPts val="0"/>
              </a:spcAft>
              <a:buClr>
                <a:schemeClr val="dk1"/>
              </a:buClr>
              <a:buSzPts val="2400"/>
              <a:buFont typeface="Red Hat Display Medium"/>
              <a:buNone/>
              <a:defRPr sz="2400">
                <a:solidFill>
                  <a:schemeClr val="dk1"/>
                </a:solidFill>
                <a:latin typeface="Red Hat Display Medium"/>
                <a:ea typeface="Red Hat Display Medium"/>
                <a:cs typeface="Red Hat Display Medium"/>
                <a:sym typeface="Red Hat Display Medium"/>
              </a:defRPr>
            </a:lvl4pPr>
            <a:lvl5pPr lvl="4" rtl="0" algn="ctr">
              <a:lnSpc>
                <a:spcPct val="100000"/>
              </a:lnSpc>
              <a:spcBef>
                <a:spcPts val="0"/>
              </a:spcBef>
              <a:spcAft>
                <a:spcPts val="0"/>
              </a:spcAft>
              <a:buClr>
                <a:schemeClr val="dk1"/>
              </a:buClr>
              <a:buSzPts val="2400"/>
              <a:buFont typeface="Red Hat Display Medium"/>
              <a:buNone/>
              <a:defRPr sz="2400">
                <a:solidFill>
                  <a:schemeClr val="dk1"/>
                </a:solidFill>
                <a:latin typeface="Red Hat Display Medium"/>
                <a:ea typeface="Red Hat Display Medium"/>
                <a:cs typeface="Red Hat Display Medium"/>
                <a:sym typeface="Red Hat Display Medium"/>
              </a:defRPr>
            </a:lvl5pPr>
            <a:lvl6pPr lvl="5" rtl="0" algn="ctr">
              <a:lnSpc>
                <a:spcPct val="100000"/>
              </a:lnSpc>
              <a:spcBef>
                <a:spcPts val="0"/>
              </a:spcBef>
              <a:spcAft>
                <a:spcPts val="0"/>
              </a:spcAft>
              <a:buClr>
                <a:schemeClr val="dk1"/>
              </a:buClr>
              <a:buSzPts val="2400"/>
              <a:buFont typeface="Red Hat Display Medium"/>
              <a:buNone/>
              <a:defRPr sz="2400">
                <a:solidFill>
                  <a:schemeClr val="dk1"/>
                </a:solidFill>
                <a:latin typeface="Red Hat Display Medium"/>
                <a:ea typeface="Red Hat Display Medium"/>
                <a:cs typeface="Red Hat Display Medium"/>
                <a:sym typeface="Red Hat Display Medium"/>
              </a:defRPr>
            </a:lvl6pPr>
            <a:lvl7pPr lvl="6" rtl="0" algn="ctr">
              <a:lnSpc>
                <a:spcPct val="100000"/>
              </a:lnSpc>
              <a:spcBef>
                <a:spcPts val="0"/>
              </a:spcBef>
              <a:spcAft>
                <a:spcPts val="0"/>
              </a:spcAft>
              <a:buClr>
                <a:schemeClr val="dk1"/>
              </a:buClr>
              <a:buSzPts val="2400"/>
              <a:buFont typeface="Red Hat Display Medium"/>
              <a:buNone/>
              <a:defRPr sz="2400">
                <a:solidFill>
                  <a:schemeClr val="dk1"/>
                </a:solidFill>
                <a:latin typeface="Red Hat Display Medium"/>
                <a:ea typeface="Red Hat Display Medium"/>
                <a:cs typeface="Red Hat Display Medium"/>
                <a:sym typeface="Red Hat Display Medium"/>
              </a:defRPr>
            </a:lvl7pPr>
            <a:lvl8pPr lvl="7" rtl="0" algn="ctr">
              <a:lnSpc>
                <a:spcPct val="100000"/>
              </a:lnSpc>
              <a:spcBef>
                <a:spcPts val="0"/>
              </a:spcBef>
              <a:spcAft>
                <a:spcPts val="0"/>
              </a:spcAft>
              <a:buClr>
                <a:schemeClr val="dk1"/>
              </a:buClr>
              <a:buSzPts val="2400"/>
              <a:buFont typeface="Red Hat Display Medium"/>
              <a:buNone/>
              <a:defRPr sz="2400">
                <a:solidFill>
                  <a:schemeClr val="dk1"/>
                </a:solidFill>
                <a:latin typeface="Red Hat Display Medium"/>
                <a:ea typeface="Red Hat Display Medium"/>
                <a:cs typeface="Red Hat Display Medium"/>
                <a:sym typeface="Red Hat Display Medium"/>
              </a:defRPr>
            </a:lvl8pPr>
            <a:lvl9pPr lvl="8" rtl="0" algn="ctr">
              <a:lnSpc>
                <a:spcPct val="100000"/>
              </a:lnSpc>
              <a:spcBef>
                <a:spcPts val="0"/>
              </a:spcBef>
              <a:spcAft>
                <a:spcPts val="0"/>
              </a:spcAft>
              <a:buClr>
                <a:schemeClr val="dk1"/>
              </a:buClr>
              <a:buSzPts val="2400"/>
              <a:buFont typeface="Red Hat Display Medium"/>
              <a:buNone/>
              <a:defRPr sz="2400">
                <a:solidFill>
                  <a:schemeClr val="dk1"/>
                </a:solidFill>
                <a:latin typeface="Red Hat Display Medium"/>
                <a:ea typeface="Red Hat Display Medium"/>
                <a:cs typeface="Red Hat Display Medium"/>
                <a:sym typeface="Red Hat Display Medium"/>
              </a:defRPr>
            </a:lvl9pPr>
          </a:lstStyle>
          <a:p/>
        </p:txBody>
      </p:sp>
      <p:sp>
        <p:nvSpPr>
          <p:cNvPr id="445" name="Google Shape;445;p33"/>
          <p:cNvSpPr txBox="1"/>
          <p:nvPr>
            <p:ph idx="6" type="subTitle"/>
          </p:nvPr>
        </p:nvSpPr>
        <p:spPr>
          <a:xfrm>
            <a:off x="6087600" y="2783556"/>
            <a:ext cx="2336400" cy="440100"/>
          </a:xfrm>
          <a:prstGeom prst="rect">
            <a:avLst/>
          </a:prstGeom>
          <a:ln>
            <a:noFill/>
          </a:ln>
        </p:spPr>
        <p:txBody>
          <a:bodyPr anchorCtr="0" anchor="b"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Red Hat Display Medium"/>
              <a:buNone/>
              <a:defRPr sz="1800">
                <a:solidFill>
                  <a:schemeClr val="dk1"/>
                </a:solidFill>
                <a:latin typeface="Tenor Sans"/>
                <a:ea typeface="Tenor Sans"/>
                <a:cs typeface="Tenor Sans"/>
                <a:sym typeface="Tenor Sans"/>
              </a:defRPr>
            </a:lvl1pPr>
            <a:lvl2pPr lvl="1" rtl="0" algn="ctr">
              <a:lnSpc>
                <a:spcPct val="100000"/>
              </a:lnSpc>
              <a:spcBef>
                <a:spcPts val="0"/>
              </a:spcBef>
              <a:spcAft>
                <a:spcPts val="0"/>
              </a:spcAft>
              <a:buClr>
                <a:schemeClr val="dk1"/>
              </a:buClr>
              <a:buSzPts val="2400"/>
              <a:buFont typeface="Red Hat Display Medium"/>
              <a:buNone/>
              <a:defRPr sz="2400">
                <a:solidFill>
                  <a:schemeClr val="dk1"/>
                </a:solidFill>
                <a:latin typeface="Red Hat Display Medium"/>
                <a:ea typeface="Red Hat Display Medium"/>
                <a:cs typeface="Red Hat Display Medium"/>
                <a:sym typeface="Red Hat Display Medium"/>
              </a:defRPr>
            </a:lvl2pPr>
            <a:lvl3pPr lvl="2" rtl="0" algn="ctr">
              <a:lnSpc>
                <a:spcPct val="100000"/>
              </a:lnSpc>
              <a:spcBef>
                <a:spcPts val="0"/>
              </a:spcBef>
              <a:spcAft>
                <a:spcPts val="0"/>
              </a:spcAft>
              <a:buClr>
                <a:schemeClr val="dk1"/>
              </a:buClr>
              <a:buSzPts val="2400"/>
              <a:buFont typeface="Red Hat Display Medium"/>
              <a:buNone/>
              <a:defRPr sz="2400">
                <a:solidFill>
                  <a:schemeClr val="dk1"/>
                </a:solidFill>
                <a:latin typeface="Red Hat Display Medium"/>
                <a:ea typeface="Red Hat Display Medium"/>
                <a:cs typeface="Red Hat Display Medium"/>
                <a:sym typeface="Red Hat Display Medium"/>
              </a:defRPr>
            </a:lvl3pPr>
            <a:lvl4pPr lvl="3" rtl="0" algn="ctr">
              <a:lnSpc>
                <a:spcPct val="100000"/>
              </a:lnSpc>
              <a:spcBef>
                <a:spcPts val="0"/>
              </a:spcBef>
              <a:spcAft>
                <a:spcPts val="0"/>
              </a:spcAft>
              <a:buClr>
                <a:schemeClr val="dk1"/>
              </a:buClr>
              <a:buSzPts val="2400"/>
              <a:buFont typeface="Red Hat Display Medium"/>
              <a:buNone/>
              <a:defRPr sz="2400">
                <a:solidFill>
                  <a:schemeClr val="dk1"/>
                </a:solidFill>
                <a:latin typeface="Red Hat Display Medium"/>
                <a:ea typeface="Red Hat Display Medium"/>
                <a:cs typeface="Red Hat Display Medium"/>
                <a:sym typeface="Red Hat Display Medium"/>
              </a:defRPr>
            </a:lvl4pPr>
            <a:lvl5pPr lvl="4" rtl="0" algn="ctr">
              <a:lnSpc>
                <a:spcPct val="100000"/>
              </a:lnSpc>
              <a:spcBef>
                <a:spcPts val="0"/>
              </a:spcBef>
              <a:spcAft>
                <a:spcPts val="0"/>
              </a:spcAft>
              <a:buClr>
                <a:schemeClr val="dk1"/>
              </a:buClr>
              <a:buSzPts val="2400"/>
              <a:buFont typeface="Red Hat Display Medium"/>
              <a:buNone/>
              <a:defRPr sz="2400">
                <a:solidFill>
                  <a:schemeClr val="dk1"/>
                </a:solidFill>
                <a:latin typeface="Red Hat Display Medium"/>
                <a:ea typeface="Red Hat Display Medium"/>
                <a:cs typeface="Red Hat Display Medium"/>
                <a:sym typeface="Red Hat Display Medium"/>
              </a:defRPr>
            </a:lvl5pPr>
            <a:lvl6pPr lvl="5" rtl="0" algn="ctr">
              <a:lnSpc>
                <a:spcPct val="100000"/>
              </a:lnSpc>
              <a:spcBef>
                <a:spcPts val="0"/>
              </a:spcBef>
              <a:spcAft>
                <a:spcPts val="0"/>
              </a:spcAft>
              <a:buClr>
                <a:schemeClr val="dk1"/>
              </a:buClr>
              <a:buSzPts val="2400"/>
              <a:buFont typeface="Red Hat Display Medium"/>
              <a:buNone/>
              <a:defRPr sz="2400">
                <a:solidFill>
                  <a:schemeClr val="dk1"/>
                </a:solidFill>
                <a:latin typeface="Red Hat Display Medium"/>
                <a:ea typeface="Red Hat Display Medium"/>
                <a:cs typeface="Red Hat Display Medium"/>
                <a:sym typeface="Red Hat Display Medium"/>
              </a:defRPr>
            </a:lvl6pPr>
            <a:lvl7pPr lvl="6" rtl="0" algn="ctr">
              <a:lnSpc>
                <a:spcPct val="100000"/>
              </a:lnSpc>
              <a:spcBef>
                <a:spcPts val="0"/>
              </a:spcBef>
              <a:spcAft>
                <a:spcPts val="0"/>
              </a:spcAft>
              <a:buClr>
                <a:schemeClr val="dk1"/>
              </a:buClr>
              <a:buSzPts val="2400"/>
              <a:buFont typeface="Red Hat Display Medium"/>
              <a:buNone/>
              <a:defRPr sz="2400">
                <a:solidFill>
                  <a:schemeClr val="dk1"/>
                </a:solidFill>
                <a:latin typeface="Red Hat Display Medium"/>
                <a:ea typeface="Red Hat Display Medium"/>
                <a:cs typeface="Red Hat Display Medium"/>
                <a:sym typeface="Red Hat Display Medium"/>
              </a:defRPr>
            </a:lvl7pPr>
            <a:lvl8pPr lvl="7" rtl="0" algn="ctr">
              <a:lnSpc>
                <a:spcPct val="100000"/>
              </a:lnSpc>
              <a:spcBef>
                <a:spcPts val="0"/>
              </a:spcBef>
              <a:spcAft>
                <a:spcPts val="0"/>
              </a:spcAft>
              <a:buClr>
                <a:schemeClr val="dk1"/>
              </a:buClr>
              <a:buSzPts val="2400"/>
              <a:buFont typeface="Red Hat Display Medium"/>
              <a:buNone/>
              <a:defRPr sz="2400">
                <a:solidFill>
                  <a:schemeClr val="dk1"/>
                </a:solidFill>
                <a:latin typeface="Red Hat Display Medium"/>
                <a:ea typeface="Red Hat Display Medium"/>
                <a:cs typeface="Red Hat Display Medium"/>
                <a:sym typeface="Red Hat Display Medium"/>
              </a:defRPr>
            </a:lvl8pPr>
            <a:lvl9pPr lvl="8" rtl="0" algn="ctr">
              <a:lnSpc>
                <a:spcPct val="100000"/>
              </a:lnSpc>
              <a:spcBef>
                <a:spcPts val="0"/>
              </a:spcBef>
              <a:spcAft>
                <a:spcPts val="0"/>
              </a:spcAft>
              <a:buClr>
                <a:schemeClr val="dk1"/>
              </a:buClr>
              <a:buSzPts val="2400"/>
              <a:buFont typeface="Red Hat Display Medium"/>
              <a:buNone/>
              <a:defRPr sz="2400">
                <a:solidFill>
                  <a:schemeClr val="dk1"/>
                </a:solidFill>
                <a:latin typeface="Red Hat Display Medium"/>
                <a:ea typeface="Red Hat Display Medium"/>
                <a:cs typeface="Red Hat Display Medium"/>
                <a:sym typeface="Red Hat Display Medium"/>
              </a:defRPr>
            </a:lvl9pPr>
          </a:lstStyle>
          <a:p/>
        </p:txBody>
      </p:sp>
      <p:pic>
        <p:nvPicPr>
          <p:cNvPr id="446" name="Google Shape;446;p33"/>
          <p:cNvPicPr preferRelativeResize="0"/>
          <p:nvPr/>
        </p:nvPicPr>
        <p:blipFill>
          <a:blip r:embed="rId3">
            <a:alphaModFix/>
          </a:blip>
          <a:stretch>
            <a:fillRect/>
          </a:stretch>
        </p:blipFill>
        <p:spPr>
          <a:xfrm rot="9422014">
            <a:off x="8827294" y="2475348"/>
            <a:ext cx="893238" cy="2248730"/>
          </a:xfrm>
          <a:prstGeom prst="rect">
            <a:avLst/>
          </a:prstGeom>
          <a:noFill/>
          <a:ln>
            <a:noFill/>
          </a:ln>
        </p:spPr>
      </p:pic>
      <p:pic>
        <p:nvPicPr>
          <p:cNvPr id="447" name="Google Shape;447;p33"/>
          <p:cNvPicPr preferRelativeResize="0"/>
          <p:nvPr/>
        </p:nvPicPr>
        <p:blipFill>
          <a:blip r:embed="rId4">
            <a:alphaModFix/>
          </a:blip>
          <a:stretch>
            <a:fillRect/>
          </a:stretch>
        </p:blipFill>
        <p:spPr>
          <a:xfrm rot="2700002">
            <a:off x="-853314" y="2760622"/>
            <a:ext cx="888486" cy="2572748"/>
          </a:xfrm>
          <a:prstGeom prst="rect">
            <a:avLst/>
          </a:prstGeom>
          <a:noFill/>
          <a:ln>
            <a:noFill/>
          </a:ln>
        </p:spPr>
      </p:pic>
      <p:pic>
        <p:nvPicPr>
          <p:cNvPr id="448" name="Google Shape;448;p33"/>
          <p:cNvPicPr preferRelativeResize="0"/>
          <p:nvPr/>
        </p:nvPicPr>
        <p:blipFill>
          <a:blip r:embed="rId5">
            <a:alphaModFix/>
          </a:blip>
          <a:stretch>
            <a:fillRect/>
          </a:stretch>
        </p:blipFill>
        <p:spPr>
          <a:xfrm rot="4518101">
            <a:off x="-1011265" y="3842317"/>
            <a:ext cx="1672286" cy="1920034"/>
          </a:xfrm>
          <a:prstGeom prst="rect">
            <a:avLst/>
          </a:prstGeom>
          <a:noFill/>
          <a:ln>
            <a:noFill/>
          </a:ln>
        </p:spPr>
      </p:pic>
      <p:pic>
        <p:nvPicPr>
          <p:cNvPr id="449" name="Google Shape;449;p33"/>
          <p:cNvPicPr preferRelativeResize="0"/>
          <p:nvPr/>
        </p:nvPicPr>
        <p:blipFill>
          <a:blip r:embed="rId6">
            <a:alphaModFix/>
          </a:blip>
          <a:stretch>
            <a:fillRect/>
          </a:stretch>
        </p:blipFill>
        <p:spPr>
          <a:xfrm>
            <a:off x="-800450" y="984675"/>
            <a:ext cx="1615100" cy="1949066"/>
          </a:xfrm>
          <a:prstGeom prst="rect">
            <a:avLst/>
          </a:prstGeom>
          <a:noFill/>
          <a:ln>
            <a:noFill/>
          </a:ln>
        </p:spPr>
      </p:pic>
      <p:sp>
        <p:nvSpPr>
          <p:cNvPr id="450" name="Google Shape;450;p33"/>
          <p:cNvSpPr txBox="1"/>
          <p:nvPr>
            <p:ph hasCustomPrompt="1" idx="7" type="title"/>
          </p:nvPr>
        </p:nvSpPr>
        <p:spPr>
          <a:xfrm>
            <a:off x="6520794" y="1538713"/>
            <a:ext cx="1470000" cy="593400"/>
          </a:xfrm>
          <a:prstGeom prst="rect">
            <a:avLst/>
          </a:prstGeom>
          <a:solidFill>
            <a:schemeClr val="dk2"/>
          </a:solidFill>
        </p:spPr>
        <p:txBody>
          <a:bodyPr anchorCtr="0" anchor="ctr" bIns="91425" lIns="91425" spcFirstLastPara="1" rIns="91425" wrap="square" tIns="91425">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451" name="Google Shape;451;p33"/>
          <p:cNvSpPr txBox="1"/>
          <p:nvPr>
            <p:ph hasCustomPrompt="1" idx="8" type="title"/>
          </p:nvPr>
        </p:nvSpPr>
        <p:spPr>
          <a:xfrm>
            <a:off x="3836994" y="1937613"/>
            <a:ext cx="1470000" cy="593400"/>
          </a:xfrm>
          <a:prstGeom prst="rect">
            <a:avLst/>
          </a:prstGeom>
          <a:solidFill>
            <a:schemeClr val="dk2"/>
          </a:solidFill>
        </p:spPr>
        <p:txBody>
          <a:bodyPr anchorCtr="0" anchor="ctr" bIns="91425" lIns="91425" spcFirstLastPara="1" rIns="91425" wrap="square" tIns="91425">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452" name="Google Shape;452;p33"/>
          <p:cNvSpPr txBox="1"/>
          <p:nvPr>
            <p:ph hasCustomPrompt="1" idx="9" type="title"/>
          </p:nvPr>
        </p:nvSpPr>
        <p:spPr>
          <a:xfrm>
            <a:off x="1153194" y="1538713"/>
            <a:ext cx="1470000" cy="593400"/>
          </a:xfrm>
          <a:prstGeom prst="rect">
            <a:avLst/>
          </a:prstGeom>
          <a:solidFill>
            <a:schemeClr val="dk2"/>
          </a:solidFill>
        </p:spPr>
        <p:txBody>
          <a:bodyPr anchorCtr="0" anchor="ctr" bIns="91425" lIns="91425" spcFirstLastPara="1" rIns="91425" wrap="square" tIns="91425">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pic>
        <p:nvPicPr>
          <p:cNvPr id="453" name="Google Shape;453;p33"/>
          <p:cNvPicPr preferRelativeResize="0"/>
          <p:nvPr/>
        </p:nvPicPr>
        <p:blipFill>
          <a:blip r:embed="rId7">
            <a:alphaModFix/>
          </a:blip>
          <a:stretch>
            <a:fillRect/>
          </a:stretch>
        </p:blipFill>
        <p:spPr>
          <a:xfrm rot="-1943239">
            <a:off x="8714674" y="1211403"/>
            <a:ext cx="832201" cy="1308692"/>
          </a:xfrm>
          <a:prstGeom prst="rect">
            <a:avLst/>
          </a:prstGeom>
          <a:noFill/>
          <a:ln>
            <a:noFill/>
          </a:ln>
        </p:spPr>
      </p:pic>
      <p:pic>
        <p:nvPicPr>
          <p:cNvPr id="454" name="Google Shape;454;p33"/>
          <p:cNvPicPr preferRelativeResize="0"/>
          <p:nvPr/>
        </p:nvPicPr>
        <p:blipFill>
          <a:blip r:embed="rId8">
            <a:alphaModFix/>
          </a:blip>
          <a:stretch>
            <a:fillRect/>
          </a:stretch>
        </p:blipFill>
        <p:spPr>
          <a:xfrm rot="1433681">
            <a:off x="215815" y="4271969"/>
            <a:ext cx="775570" cy="2233911"/>
          </a:xfrm>
          <a:prstGeom prst="rect">
            <a:avLst/>
          </a:prstGeom>
          <a:noFill/>
          <a:ln>
            <a:noFill/>
          </a:ln>
        </p:spPr>
      </p:pic>
      <p:pic>
        <p:nvPicPr>
          <p:cNvPr id="455" name="Google Shape;455;p33"/>
          <p:cNvPicPr preferRelativeResize="0"/>
          <p:nvPr/>
        </p:nvPicPr>
        <p:blipFill>
          <a:blip r:embed="rId9">
            <a:alphaModFix/>
          </a:blip>
          <a:stretch>
            <a:fillRect/>
          </a:stretch>
        </p:blipFill>
        <p:spPr>
          <a:xfrm rot="-3348044">
            <a:off x="8180710" y="3631826"/>
            <a:ext cx="1725304" cy="2152947"/>
          </a:xfrm>
          <a:prstGeom prst="rect">
            <a:avLst/>
          </a:prstGeom>
          <a:noFill/>
          <a:ln>
            <a:noFill/>
          </a:ln>
        </p:spPr>
      </p:pic>
      <p:pic>
        <p:nvPicPr>
          <p:cNvPr id="456" name="Google Shape;456;p33"/>
          <p:cNvPicPr preferRelativeResize="0"/>
          <p:nvPr/>
        </p:nvPicPr>
        <p:blipFill>
          <a:blip r:embed="rId4">
            <a:alphaModFix/>
          </a:blip>
          <a:stretch>
            <a:fillRect/>
          </a:stretch>
        </p:blipFill>
        <p:spPr>
          <a:xfrm rot="-844527">
            <a:off x="8077536" y="4102546"/>
            <a:ext cx="888486" cy="2572747"/>
          </a:xfrm>
          <a:prstGeom prst="rect">
            <a:avLst/>
          </a:prstGeom>
          <a:noFill/>
          <a:ln>
            <a:noFill/>
          </a:ln>
        </p:spPr>
      </p:pic>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BLANK_1_1_1_1_1_1_2">
    <p:spTree>
      <p:nvGrpSpPr>
        <p:cNvPr id="457" name="Shape 457"/>
        <p:cNvGrpSpPr/>
        <p:nvPr/>
      </p:nvGrpSpPr>
      <p:grpSpPr>
        <a:xfrm>
          <a:off x="0" y="0"/>
          <a:ext cx="0" cy="0"/>
          <a:chOff x="0" y="0"/>
          <a:chExt cx="0" cy="0"/>
        </a:xfrm>
      </p:grpSpPr>
      <p:pic>
        <p:nvPicPr>
          <p:cNvPr id="458" name="Google Shape;458;p34"/>
          <p:cNvPicPr preferRelativeResize="0"/>
          <p:nvPr/>
        </p:nvPicPr>
        <p:blipFill>
          <a:blip r:embed="rId2">
            <a:alphaModFix/>
          </a:blip>
          <a:stretch>
            <a:fillRect/>
          </a:stretch>
        </p:blipFill>
        <p:spPr>
          <a:xfrm>
            <a:off x="-50" y="0"/>
            <a:ext cx="9144003" cy="5143501"/>
          </a:xfrm>
          <a:prstGeom prst="rect">
            <a:avLst/>
          </a:prstGeom>
          <a:noFill/>
          <a:ln>
            <a:noFill/>
          </a:ln>
        </p:spPr>
      </p:pic>
      <p:sp>
        <p:nvSpPr>
          <p:cNvPr id="459" name="Google Shape;459;p34"/>
          <p:cNvSpPr txBox="1"/>
          <p:nvPr>
            <p:ph type="ctrTitle"/>
          </p:nvPr>
        </p:nvSpPr>
        <p:spPr>
          <a:xfrm>
            <a:off x="2429925" y="703900"/>
            <a:ext cx="4284000" cy="9978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460" name="Google Shape;460;p34"/>
          <p:cNvSpPr txBox="1"/>
          <p:nvPr>
            <p:ph idx="1" type="subTitle"/>
          </p:nvPr>
        </p:nvSpPr>
        <p:spPr>
          <a:xfrm>
            <a:off x="2425050" y="1738625"/>
            <a:ext cx="4293900" cy="997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a:lvl1pPr>
            <a:lvl2pPr lvl="1" rtl="0" algn="ctr">
              <a:lnSpc>
                <a:spcPct val="100000"/>
              </a:lnSpc>
              <a:spcBef>
                <a:spcPts val="0"/>
              </a:spcBef>
              <a:spcAft>
                <a:spcPts val="0"/>
              </a:spcAft>
              <a:buSzPts val="1800"/>
              <a:buNone/>
              <a:defRPr sz="1800"/>
            </a:lvl2pPr>
            <a:lvl3pPr lvl="2" rtl="0" algn="ctr">
              <a:lnSpc>
                <a:spcPct val="100000"/>
              </a:lnSpc>
              <a:spcBef>
                <a:spcPts val="0"/>
              </a:spcBef>
              <a:spcAft>
                <a:spcPts val="0"/>
              </a:spcAft>
              <a:buSzPts val="1800"/>
              <a:buNone/>
              <a:defRPr sz="1800"/>
            </a:lvl3pPr>
            <a:lvl4pPr lvl="3" rtl="0" algn="ctr">
              <a:lnSpc>
                <a:spcPct val="100000"/>
              </a:lnSpc>
              <a:spcBef>
                <a:spcPts val="0"/>
              </a:spcBef>
              <a:spcAft>
                <a:spcPts val="0"/>
              </a:spcAft>
              <a:buSzPts val="1800"/>
              <a:buNone/>
              <a:defRPr sz="1800"/>
            </a:lvl4pPr>
            <a:lvl5pPr lvl="4" rtl="0" algn="ctr">
              <a:lnSpc>
                <a:spcPct val="100000"/>
              </a:lnSpc>
              <a:spcBef>
                <a:spcPts val="0"/>
              </a:spcBef>
              <a:spcAft>
                <a:spcPts val="0"/>
              </a:spcAft>
              <a:buSzPts val="1800"/>
              <a:buNone/>
              <a:defRPr sz="1800"/>
            </a:lvl5pPr>
            <a:lvl6pPr lvl="5" rtl="0" algn="ctr">
              <a:lnSpc>
                <a:spcPct val="100000"/>
              </a:lnSpc>
              <a:spcBef>
                <a:spcPts val="0"/>
              </a:spcBef>
              <a:spcAft>
                <a:spcPts val="0"/>
              </a:spcAft>
              <a:buSzPts val="1800"/>
              <a:buNone/>
              <a:defRPr sz="1800"/>
            </a:lvl6pPr>
            <a:lvl7pPr lvl="6" rtl="0" algn="ctr">
              <a:lnSpc>
                <a:spcPct val="100000"/>
              </a:lnSpc>
              <a:spcBef>
                <a:spcPts val="0"/>
              </a:spcBef>
              <a:spcAft>
                <a:spcPts val="0"/>
              </a:spcAft>
              <a:buSzPts val="1800"/>
              <a:buNone/>
              <a:defRPr sz="1800"/>
            </a:lvl7pPr>
            <a:lvl8pPr lvl="7" rtl="0" algn="ctr">
              <a:lnSpc>
                <a:spcPct val="100000"/>
              </a:lnSpc>
              <a:spcBef>
                <a:spcPts val="0"/>
              </a:spcBef>
              <a:spcAft>
                <a:spcPts val="0"/>
              </a:spcAft>
              <a:buSzPts val="1800"/>
              <a:buNone/>
              <a:defRPr sz="1800"/>
            </a:lvl8pPr>
            <a:lvl9pPr lvl="8" rtl="0" algn="ctr">
              <a:lnSpc>
                <a:spcPct val="100000"/>
              </a:lnSpc>
              <a:spcBef>
                <a:spcPts val="0"/>
              </a:spcBef>
              <a:spcAft>
                <a:spcPts val="0"/>
              </a:spcAft>
              <a:buSzPts val="1800"/>
              <a:buNone/>
              <a:defRPr sz="1800"/>
            </a:lvl9pPr>
          </a:lstStyle>
          <a:p/>
        </p:txBody>
      </p:sp>
      <p:pic>
        <p:nvPicPr>
          <p:cNvPr id="461" name="Google Shape;461;p34"/>
          <p:cNvPicPr preferRelativeResize="0"/>
          <p:nvPr/>
        </p:nvPicPr>
        <p:blipFill>
          <a:blip r:embed="rId3">
            <a:alphaModFix/>
          </a:blip>
          <a:stretch>
            <a:fillRect/>
          </a:stretch>
        </p:blipFill>
        <p:spPr>
          <a:xfrm flipH="1" rot="-4089853">
            <a:off x="9460340" y="2126973"/>
            <a:ext cx="149150" cy="2595250"/>
          </a:xfrm>
          <a:prstGeom prst="rect">
            <a:avLst/>
          </a:prstGeom>
          <a:noFill/>
          <a:ln>
            <a:noFill/>
          </a:ln>
        </p:spPr>
      </p:pic>
      <p:pic>
        <p:nvPicPr>
          <p:cNvPr id="462" name="Google Shape;462;p34"/>
          <p:cNvPicPr preferRelativeResize="0"/>
          <p:nvPr/>
        </p:nvPicPr>
        <p:blipFill>
          <a:blip r:embed="rId4">
            <a:alphaModFix/>
          </a:blip>
          <a:stretch>
            <a:fillRect/>
          </a:stretch>
        </p:blipFill>
        <p:spPr>
          <a:xfrm flipH="1" rot="-547658">
            <a:off x="7959385" y="3732022"/>
            <a:ext cx="2051879" cy="2104805"/>
          </a:xfrm>
          <a:prstGeom prst="rect">
            <a:avLst/>
          </a:prstGeom>
          <a:noFill/>
          <a:ln>
            <a:noFill/>
          </a:ln>
        </p:spPr>
      </p:pic>
      <p:pic>
        <p:nvPicPr>
          <p:cNvPr id="463" name="Google Shape;463;p34"/>
          <p:cNvPicPr preferRelativeResize="0"/>
          <p:nvPr/>
        </p:nvPicPr>
        <p:blipFill>
          <a:blip r:embed="rId5">
            <a:alphaModFix/>
          </a:blip>
          <a:stretch>
            <a:fillRect/>
          </a:stretch>
        </p:blipFill>
        <p:spPr>
          <a:xfrm flipH="1">
            <a:off x="8100662" y="0"/>
            <a:ext cx="2101374" cy="1800550"/>
          </a:xfrm>
          <a:prstGeom prst="rect">
            <a:avLst/>
          </a:prstGeom>
          <a:noFill/>
          <a:ln>
            <a:noFill/>
          </a:ln>
        </p:spPr>
      </p:pic>
      <p:pic>
        <p:nvPicPr>
          <p:cNvPr id="464" name="Google Shape;464;p34"/>
          <p:cNvPicPr preferRelativeResize="0"/>
          <p:nvPr/>
        </p:nvPicPr>
        <p:blipFill>
          <a:blip r:embed="rId6">
            <a:alphaModFix/>
          </a:blip>
          <a:stretch>
            <a:fillRect/>
          </a:stretch>
        </p:blipFill>
        <p:spPr>
          <a:xfrm flipH="1" rot="-9803223">
            <a:off x="8239633" y="-395449"/>
            <a:ext cx="649332" cy="1066725"/>
          </a:xfrm>
          <a:prstGeom prst="rect">
            <a:avLst/>
          </a:prstGeom>
          <a:noFill/>
          <a:ln>
            <a:noFill/>
          </a:ln>
        </p:spPr>
      </p:pic>
      <p:pic>
        <p:nvPicPr>
          <p:cNvPr id="465" name="Google Shape;465;p34"/>
          <p:cNvPicPr preferRelativeResize="0"/>
          <p:nvPr/>
        </p:nvPicPr>
        <p:blipFill>
          <a:blip r:embed="rId7">
            <a:alphaModFix/>
          </a:blip>
          <a:stretch>
            <a:fillRect/>
          </a:stretch>
        </p:blipFill>
        <p:spPr>
          <a:xfrm flipH="1">
            <a:off x="7313231" y="4265875"/>
            <a:ext cx="787436" cy="3107300"/>
          </a:xfrm>
          <a:prstGeom prst="rect">
            <a:avLst/>
          </a:prstGeom>
          <a:noFill/>
          <a:ln>
            <a:noFill/>
          </a:ln>
        </p:spPr>
      </p:pic>
      <p:pic>
        <p:nvPicPr>
          <p:cNvPr id="466" name="Google Shape;466;p34"/>
          <p:cNvPicPr preferRelativeResize="0"/>
          <p:nvPr/>
        </p:nvPicPr>
        <p:blipFill>
          <a:blip r:embed="rId8">
            <a:alphaModFix/>
          </a:blip>
          <a:stretch>
            <a:fillRect/>
          </a:stretch>
        </p:blipFill>
        <p:spPr>
          <a:xfrm flipH="1" rot="6819486">
            <a:off x="9300778" y="2040441"/>
            <a:ext cx="535467" cy="1788545"/>
          </a:xfrm>
          <a:prstGeom prst="rect">
            <a:avLst/>
          </a:prstGeom>
          <a:noFill/>
          <a:ln>
            <a:noFill/>
          </a:ln>
        </p:spPr>
      </p:pic>
      <p:pic>
        <p:nvPicPr>
          <p:cNvPr id="467" name="Google Shape;467;p34"/>
          <p:cNvPicPr preferRelativeResize="0"/>
          <p:nvPr/>
        </p:nvPicPr>
        <p:blipFill>
          <a:blip r:embed="rId9">
            <a:alphaModFix/>
          </a:blip>
          <a:stretch>
            <a:fillRect/>
          </a:stretch>
        </p:blipFill>
        <p:spPr>
          <a:xfrm flipH="1" rot="10800000">
            <a:off x="7472877" y="-1328043"/>
            <a:ext cx="673245" cy="1939186"/>
          </a:xfrm>
          <a:prstGeom prst="rect">
            <a:avLst/>
          </a:prstGeom>
          <a:noFill/>
          <a:ln>
            <a:noFill/>
          </a:ln>
        </p:spPr>
      </p:pic>
      <p:pic>
        <p:nvPicPr>
          <p:cNvPr id="468" name="Google Shape;468;p34"/>
          <p:cNvPicPr preferRelativeResize="0"/>
          <p:nvPr/>
        </p:nvPicPr>
        <p:blipFill>
          <a:blip r:embed="rId10">
            <a:alphaModFix/>
          </a:blip>
          <a:stretch>
            <a:fillRect/>
          </a:stretch>
        </p:blipFill>
        <p:spPr>
          <a:xfrm flipH="1" rot="-4355737">
            <a:off x="9204546" y="787751"/>
            <a:ext cx="1066756" cy="3355847"/>
          </a:xfrm>
          <a:prstGeom prst="rect">
            <a:avLst/>
          </a:prstGeom>
          <a:noFill/>
          <a:ln>
            <a:noFill/>
          </a:ln>
        </p:spPr>
      </p:pic>
      <p:pic>
        <p:nvPicPr>
          <p:cNvPr id="469" name="Google Shape;469;p34"/>
          <p:cNvPicPr preferRelativeResize="0"/>
          <p:nvPr/>
        </p:nvPicPr>
        <p:blipFill>
          <a:blip r:embed="rId11">
            <a:alphaModFix/>
          </a:blip>
          <a:stretch>
            <a:fillRect/>
          </a:stretch>
        </p:blipFill>
        <p:spPr>
          <a:xfrm flipH="1" rot="-9422014">
            <a:off x="-492008" y="3243273"/>
            <a:ext cx="893238" cy="2248730"/>
          </a:xfrm>
          <a:prstGeom prst="rect">
            <a:avLst/>
          </a:prstGeom>
          <a:noFill/>
          <a:ln>
            <a:noFill/>
          </a:ln>
        </p:spPr>
      </p:pic>
      <p:pic>
        <p:nvPicPr>
          <p:cNvPr id="470" name="Google Shape;470;p34"/>
          <p:cNvPicPr preferRelativeResize="0"/>
          <p:nvPr/>
        </p:nvPicPr>
        <p:blipFill>
          <a:blip r:embed="rId10">
            <a:alphaModFix/>
          </a:blip>
          <a:stretch>
            <a:fillRect/>
          </a:stretch>
        </p:blipFill>
        <p:spPr>
          <a:xfrm flipH="1" rot="1949726">
            <a:off x="-1248727" y="2109484"/>
            <a:ext cx="1120952" cy="3526335"/>
          </a:xfrm>
          <a:prstGeom prst="rect">
            <a:avLst/>
          </a:prstGeom>
          <a:noFill/>
          <a:ln>
            <a:noFill/>
          </a:ln>
        </p:spPr>
      </p:pic>
      <p:pic>
        <p:nvPicPr>
          <p:cNvPr id="471" name="Google Shape;471;p34"/>
          <p:cNvPicPr preferRelativeResize="0"/>
          <p:nvPr/>
        </p:nvPicPr>
        <p:blipFill>
          <a:blip r:embed="rId12">
            <a:alphaModFix/>
          </a:blip>
          <a:stretch>
            <a:fillRect/>
          </a:stretch>
        </p:blipFill>
        <p:spPr>
          <a:xfrm flipH="1">
            <a:off x="-976577" y="227950"/>
            <a:ext cx="1615100" cy="1949066"/>
          </a:xfrm>
          <a:prstGeom prst="rect">
            <a:avLst/>
          </a:prstGeom>
          <a:noFill/>
          <a:ln>
            <a:noFill/>
          </a:ln>
        </p:spPr>
      </p:pic>
      <p:pic>
        <p:nvPicPr>
          <p:cNvPr id="472" name="Google Shape;472;p34"/>
          <p:cNvPicPr preferRelativeResize="0"/>
          <p:nvPr/>
        </p:nvPicPr>
        <p:blipFill>
          <a:blip r:embed="rId13">
            <a:alphaModFix/>
          </a:blip>
          <a:stretch>
            <a:fillRect/>
          </a:stretch>
        </p:blipFill>
        <p:spPr>
          <a:xfrm rot="1241140">
            <a:off x="62961" y="4395697"/>
            <a:ext cx="736029" cy="2131284"/>
          </a:xfrm>
          <a:prstGeom prst="rect">
            <a:avLst/>
          </a:prstGeom>
          <a:noFill/>
          <a:ln>
            <a:noFill/>
          </a:ln>
        </p:spPr>
      </p:pic>
      <p:sp>
        <p:nvSpPr>
          <p:cNvPr id="473" name="Google Shape;473;p34"/>
          <p:cNvSpPr txBox="1"/>
          <p:nvPr/>
        </p:nvSpPr>
        <p:spPr>
          <a:xfrm>
            <a:off x="2685525" y="2925759"/>
            <a:ext cx="3772800" cy="4347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300"/>
              </a:spcBef>
              <a:spcAft>
                <a:spcPts val="0"/>
              </a:spcAft>
              <a:buNone/>
            </a:pPr>
            <a:r>
              <a:rPr lang="en" sz="1000">
                <a:solidFill>
                  <a:schemeClr val="dk1"/>
                </a:solidFill>
                <a:latin typeface="Palanquin"/>
                <a:ea typeface="Palanquin"/>
                <a:cs typeface="Palanquin"/>
                <a:sym typeface="Palanquin"/>
              </a:rPr>
              <a:t>CREDITS: This presentation template was created by </a:t>
            </a:r>
            <a:r>
              <a:rPr b="1" lang="en" sz="1000">
                <a:solidFill>
                  <a:schemeClr val="dk1"/>
                </a:solidFill>
                <a:uFill>
                  <a:noFill/>
                </a:uFill>
                <a:latin typeface="Palanquin"/>
                <a:ea typeface="Palanquin"/>
                <a:cs typeface="Palanquin"/>
                <a:sym typeface="Palanquin"/>
                <a:hlinkClick r:id="rId14">
                  <a:extLst>
                    <a:ext uri="{A12FA001-AC4F-418D-AE19-62706E023703}">
                      <ahyp:hlinkClr val="tx"/>
                    </a:ext>
                  </a:extLst>
                </a:hlinkClick>
              </a:rPr>
              <a:t>Slidesgo</a:t>
            </a:r>
            <a:r>
              <a:rPr lang="en" sz="1000">
                <a:solidFill>
                  <a:schemeClr val="dk1"/>
                </a:solidFill>
                <a:latin typeface="Palanquin"/>
                <a:ea typeface="Palanquin"/>
                <a:cs typeface="Palanquin"/>
                <a:sym typeface="Palanquin"/>
              </a:rPr>
              <a:t>, including icons by </a:t>
            </a:r>
            <a:r>
              <a:rPr b="1" lang="en" sz="1000">
                <a:solidFill>
                  <a:schemeClr val="dk1"/>
                </a:solidFill>
                <a:uFill>
                  <a:noFill/>
                </a:uFill>
                <a:latin typeface="Palanquin"/>
                <a:ea typeface="Palanquin"/>
                <a:cs typeface="Palanquin"/>
                <a:sym typeface="Palanquin"/>
                <a:hlinkClick r:id="rId15">
                  <a:extLst>
                    <a:ext uri="{A12FA001-AC4F-418D-AE19-62706E023703}">
                      <ahyp:hlinkClr val="tx"/>
                    </a:ext>
                  </a:extLst>
                </a:hlinkClick>
              </a:rPr>
              <a:t>Flaticon</a:t>
            </a:r>
            <a:r>
              <a:rPr b="1" lang="en" sz="1000">
                <a:solidFill>
                  <a:schemeClr val="dk1"/>
                </a:solidFill>
                <a:latin typeface="Palanquin"/>
                <a:ea typeface="Palanquin"/>
                <a:cs typeface="Palanquin"/>
                <a:sym typeface="Palanquin"/>
              </a:rPr>
              <a:t> </a:t>
            </a:r>
            <a:r>
              <a:rPr lang="en" sz="1000">
                <a:solidFill>
                  <a:schemeClr val="dk1"/>
                </a:solidFill>
                <a:latin typeface="Palanquin"/>
                <a:ea typeface="Palanquin"/>
                <a:cs typeface="Palanquin"/>
                <a:sym typeface="Palanquin"/>
              </a:rPr>
              <a:t>and infographics &amp; images by </a:t>
            </a:r>
            <a:r>
              <a:rPr b="1" lang="en" sz="1000">
                <a:solidFill>
                  <a:schemeClr val="dk1"/>
                </a:solidFill>
                <a:uFill>
                  <a:noFill/>
                </a:uFill>
                <a:latin typeface="Palanquin"/>
                <a:ea typeface="Palanquin"/>
                <a:cs typeface="Palanquin"/>
                <a:sym typeface="Palanquin"/>
                <a:hlinkClick r:id="rId16">
                  <a:extLst>
                    <a:ext uri="{A12FA001-AC4F-418D-AE19-62706E023703}">
                      <ahyp:hlinkClr val="tx"/>
                    </a:ext>
                  </a:extLst>
                </a:hlinkClick>
              </a:rPr>
              <a:t>Freepik</a:t>
            </a:r>
            <a:endParaRPr b="1" sz="1000">
              <a:solidFill>
                <a:schemeClr val="dk1"/>
              </a:solidFill>
              <a:latin typeface="Palanquin"/>
              <a:ea typeface="Palanquin"/>
              <a:cs typeface="Palanquin"/>
              <a:sym typeface="Palanquin"/>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BLANK_1_1_1_1_1_1_1">
    <p:spTree>
      <p:nvGrpSpPr>
        <p:cNvPr id="474" name="Shape 474"/>
        <p:cNvGrpSpPr/>
        <p:nvPr/>
      </p:nvGrpSpPr>
      <p:grpSpPr>
        <a:xfrm>
          <a:off x="0" y="0"/>
          <a:ext cx="0" cy="0"/>
          <a:chOff x="0" y="0"/>
          <a:chExt cx="0" cy="0"/>
        </a:xfrm>
      </p:grpSpPr>
      <p:pic>
        <p:nvPicPr>
          <p:cNvPr id="475" name="Google Shape;475;p35"/>
          <p:cNvPicPr preferRelativeResize="0"/>
          <p:nvPr/>
        </p:nvPicPr>
        <p:blipFill>
          <a:blip r:embed="rId2">
            <a:alphaModFix/>
          </a:blip>
          <a:stretch>
            <a:fillRect/>
          </a:stretch>
        </p:blipFill>
        <p:spPr>
          <a:xfrm>
            <a:off x="-3" y="0"/>
            <a:ext cx="9144028" cy="5143501"/>
          </a:xfrm>
          <a:prstGeom prst="rect">
            <a:avLst/>
          </a:prstGeom>
          <a:noFill/>
          <a:ln>
            <a:noFill/>
          </a:ln>
        </p:spPr>
      </p:pic>
      <p:pic>
        <p:nvPicPr>
          <p:cNvPr id="476" name="Google Shape;476;p35"/>
          <p:cNvPicPr preferRelativeResize="0"/>
          <p:nvPr/>
        </p:nvPicPr>
        <p:blipFill>
          <a:blip r:embed="rId3">
            <a:alphaModFix/>
          </a:blip>
          <a:stretch>
            <a:fillRect/>
          </a:stretch>
        </p:blipFill>
        <p:spPr>
          <a:xfrm rot="9422014">
            <a:off x="8604894" y="3904898"/>
            <a:ext cx="893238" cy="2248730"/>
          </a:xfrm>
          <a:prstGeom prst="rect">
            <a:avLst/>
          </a:prstGeom>
          <a:noFill/>
          <a:ln>
            <a:noFill/>
          </a:ln>
        </p:spPr>
      </p:pic>
      <p:pic>
        <p:nvPicPr>
          <p:cNvPr id="477" name="Google Shape;477;p35"/>
          <p:cNvPicPr preferRelativeResize="0"/>
          <p:nvPr/>
        </p:nvPicPr>
        <p:blipFill>
          <a:blip r:embed="rId4">
            <a:alphaModFix/>
          </a:blip>
          <a:stretch>
            <a:fillRect/>
          </a:stretch>
        </p:blipFill>
        <p:spPr>
          <a:xfrm rot="-1949726">
            <a:off x="9193373" y="2109484"/>
            <a:ext cx="1120952" cy="3526335"/>
          </a:xfrm>
          <a:prstGeom prst="rect">
            <a:avLst/>
          </a:prstGeom>
          <a:noFill/>
          <a:ln>
            <a:noFill/>
          </a:ln>
        </p:spPr>
      </p:pic>
      <p:pic>
        <p:nvPicPr>
          <p:cNvPr id="478" name="Google Shape;478;p35"/>
          <p:cNvPicPr preferRelativeResize="0"/>
          <p:nvPr/>
        </p:nvPicPr>
        <p:blipFill>
          <a:blip r:embed="rId5">
            <a:alphaModFix/>
          </a:blip>
          <a:stretch>
            <a:fillRect/>
          </a:stretch>
        </p:blipFill>
        <p:spPr>
          <a:xfrm>
            <a:off x="-796445" y="-167161"/>
            <a:ext cx="1476948" cy="1515064"/>
          </a:xfrm>
          <a:prstGeom prst="rect">
            <a:avLst/>
          </a:prstGeom>
          <a:noFill/>
          <a:ln>
            <a:noFill/>
          </a:ln>
        </p:spPr>
      </p:pic>
      <p:pic>
        <p:nvPicPr>
          <p:cNvPr id="479" name="Google Shape;479;p35"/>
          <p:cNvPicPr preferRelativeResize="0"/>
          <p:nvPr/>
        </p:nvPicPr>
        <p:blipFill>
          <a:blip r:embed="rId6">
            <a:alphaModFix/>
          </a:blip>
          <a:stretch>
            <a:fillRect/>
          </a:stretch>
        </p:blipFill>
        <p:spPr>
          <a:xfrm>
            <a:off x="-982678" y="1194026"/>
            <a:ext cx="1615114" cy="1839040"/>
          </a:xfrm>
          <a:prstGeom prst="rect">
            <a:avLst/>
          </a:prstGeom>
          <a:noFill/>
          <a:ln>
            <a:noFill/>
          </a:ln>
        </p:spPr>
      </p:pic>
      <p:pic>
        <p:nvPicPr>
          <p:cNvPr id="480" name="Google Shape;480;p35"/>
          <p:cNvPicPr preferRelativeResize="0"/>
          <p:nvPr/>
        </p:nvPicPr>
        <p:blipFill>
          <a:blip r:embed="rId7">
            <a:alphaModFix/>
          </a:blip>
          <a:stretch>
            <a:fillRect/>
          </a:stretch>
        </p:blipFill>
        <p:spPr>
          <a:xfrm rot="-1846097">
            <a:off x="9023822" y="3070948"/>
            <a:ext cx="207681" cy="2104498"/>
          </a:xfrm>
          <a:prstGeom prst="rect">
            <a:avLst/>
          </a:prstGeom>
          <a:noFill/>
          <a:ln>
            <a:noFill/>
          </a:ln>
        </p:spPr>
      </p:pic>
      <p:pic>
        <p:nvPicPr>
          <p:cNvPr id="481" name="Google Shape;481;p35"/>
          <p:cNvPicPr preferRelativeResize="0"/>
          <p:nvPr/>
        </p:nvPicPr>
        <p:blipFill>
          <a:blip r:embed="rId8">
            <a:alphaModFix/>
          </a:blip>
          <a:stretch>
            <a:fillRect/>
          </a:stretch>
        </p:blipFill>
        <p:spPr>
          <a:xfrm rot="2392916">
            <a:off x="-853314" y="2836821"/>
            <a:ext cx="888486" cy="2572748"/>
          </a:xfrm>
          <a:prstGeom prst="rect">
            <a:avLst/>
          </a:prstGeom>
          <a:noFill/>
          <a:ln>
            <a:noFill/>
          </a:ln>
        </p:spPr>
      </p:pic>
      <p:pic>
        <p:nvPicPr>
          <p:cNvPr id="482" name="Google Shape;482;p35"/>
          <p:cNvPicPr preferRelativeResize="0"/>
          <p:nvPr/>
        </p:nvPicPr>
        <p:blipFill>
          <a:blip r:embed="rId9">
            <a:alphaModFix/>
          </a:blip>
          <a:stretch>
            <a:fillRect/>
          </a:stretch>
        </p:blipFill>
        <p:spPr>
          <a:xfrm rot="4518101">
            <a:off x="-1011265" y="3842317"/>
            <a:ext cx="1672286" cy="1920034"/>
          </a:xfrm>
          <a:prstGeom prst="rect">
            <a:avLst/>
          </a:prstGeom>
          <a:noFill/>
          <a:ln>
            <a:noFill/>
          </a:ln>
        </p:spPr>
      </p:pic>
      <p:pic>
        <p:nvPicPr>
          <p:cNvPr id="483" name="Google Shape;483;p35"/>
          <p:cNvPicPr preferRelativeResize="0"/>
          <p:nvPr/>
        </p:nvPicPr>
        <p:blipFill>
          <a:blip r:embed="rId10">
            <a:alphaModFix/>
          </a:blip>
          <a:stretch>
            <a:fillRect/>
          </a:stretch>
        </p:blipFill>
        <p:spPr>
          <a:xfrm>
            <a:off x="8427075" y="227950"/>
            <a:ext cx="1615100" cy="1949066"/>
          </a:xfrm>
          <a:prstGeom prst="rect">
            <a:avLst/>
          </a:prstGeom>
          <a:noFill/>
          <a:ln>
            <a:noFill/>
          </a:ln>
        </p:spPr>
      </p:pic>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BLANK_1_1_1_1_1_1_1_1">
    <p:spTree>
      <p:nvGrpSpPr>
        <p:cNvPr id="484" name="Shape 484"/>
        <p:cNvGrpSpPr/>
        <p:nvPr/>
      </p:nvGrpSpPr>
      <p:grpSpPr>
        <a:xfrm>
          <a:off x="0" y="0"/>
          <a:ext cx="0" cy="0"/>
          <a:chOff x="0" y="0"/>
          <a:chExt cx="0" cy="0"/>
        </a:xfrm>
      </p:grpSpPr>
      <p:pic>
        <p:nvPicPr>
          <p:cNvPr id="485" name="Google Shape;485;p36"/>
          <p:cNvPicPr preferRelativeResize="0"/>
          <p:nvPr/>
        </p:nvPicPr>
        <p:blipFill>
          <a:blip r:embed="rId2">
            <a:alphaModFix/>
          </a:blip>
          <a:stretch>
            <a:fillRect/>
          </a:stretch>
        </p:blipFill>
        <p:spPr>
          <a:xfrm flipH="1" rot="10800000">
            <a:off x="-8" y="0"/>
            <a:ext cx="9136850" cy="5139475"/>
          </a:xfrm>
          <a:prstGeom prst="rect">
            <a:avLst/>
          </a:prstGeom>
          <a:noFill/>
          <a:ln>
            <a:noFill/>
          </a:ln>
        </p:spPr>
      </p:pic>
      <p:pic>
        <p:nvPicPr>
          <p:cNvPr id="486" name="Google Shape;486;p36"/>
          <p:cNvPicPr preferRelativeResize="0"/>
          <p:nvPr/>
        </p:nvPicPr>
        <p:blipFill>
          <a:blip r:embed="rId3">
            <a:alphaModFix/>
          </a:blip>
          <a:stretch>
            <a:fillRect/>
          </a:stretch>
        </p:blipFill>
        <p:spPr>
          <a:xfrm>
            <a:off x="8107408" y="3897013"/>
            <a:ext cx="284350" cy="1739025"/>
          </a:xfrm>
          <a:prstGeom prst="rect">
            <a:avLst/>
          </a:prstGeom>
          <a:noFill/>
          <a:ln>
            <a:noFill/>
          </a:ln>
        </p:spPr>
      </p:pic>
      <p:pic>
        <p:nvPicPr>
          <p:cNvPr id="487" name="Google Shape;487;p36"/>
          <p:cNvPicPr preferRelativeResize="0"/>
          <p:nvPr/>
        </p:nvPicPr>
        <p:blipFill>
          <a:blip r:embed="rId4">
            <a:alphaModFix/>
          </a:blip>
          <a:stretch>
            <a:fillRect/>
          </a:stretch>
        </p:blipFill>
        <p:spPr>
          <a:xfrm flipH="1">
            <a:off x="2944498" y="3824523"/>
            <a:ext cx="3112856" cy="1973291"/>
          </a:xfrm>
          <a:prstGeom prst="rect">
            <a:avLst/>
          </a:prstGeom>
          <a:noFill/>
          <a:ln>
            <a:noFill/>
          </a:ln>
        </p:spPr>
      </p:pic>
      <p:pic>
        <p:nvPicPr>
          <p:cNvPr id="488" name="Google Shape;488;p36"/>
          <p:cNvPicPr preferRelativeResize="0"/>
          <p:nvPr/>
        </p:nvPicPr>
        <p:blipFill>
          <a:blip r:embed="rId5">
            <a:alphaModFix/>
          </a:blip>
          <a:stretch>
            <a:fillRect/>
          </a:stretch>
        </p:blipFill>
        <p:spPr>
          <a:xfrm rot="-10035367">
            <a:off x="2390550" y="3648353"/>
            <a:ext cx="705449" cy="1775962"/>
          </a:xfrm>
          <a:prstGeom prst="rect">
            <a:avLst/>
          </a:prstGeom>
          <a:noFill/>
          <a:ln>
            <a:noFill/>
          </a:ln>
        </p:spPr>
      </p:pic>
      <p:pic>
        <p:nvPicPr>
          <p:cNvPr id="489" name="Google Shape;489;p36"/>
          <p:cNvPicPr preferRelativeResize="0"/>
          <p:nvPr/>
        </p:nvPicPr>
        <p:blipFill>
          <a:blip r:embed="rId6">
            <a:alphaModFix/>
          </a:blip>
          <a:stretch>
            <a:fillRect/>
          </a:stretch>
        </p:blipFill>
        <p:spPr>
          <a:xfrm>
            <a:off x="7849069" y="3359888"/>
            <a:ext cx="149150" cy="2595250"/>
          </a:xfrm>
          <a:prstGeom prst="rect">
            <a:avLst/>
          </a:prstGeom>
          <a:noFill/>
          <a:ln>
            <a:noFill/>
          </a:ln>
        </p:spPr>
      </p:pic>
      <p:pic>
        <p:nvPicPr>
          <p:cNvPr id="490" name="Google Shape;490;p36"/>
          <p:cNvPicPr preferRelativeResize="0"/>
          <p:nvPr/>
        </p:nvPicPr>
        <p:blipFill>
          <a:blip r:embed="rId7">
            <a:alphaModFix/>
          </a:blip>
          <a:stretch>
            <a:fillRect/>
          </a:stretch>
        </p:blipFill>
        <p:spPr>
          <a:xfrm>
            <a:off x="2016726" y="3592409"/>
            <a:ext cx="216380" cy="2506079"/>
          </a:xfrm>
          <a:prstGeom prst="rect">
            <a:avLst/>
          </a:prstGeom>
          <a:noFill/>
          <a:ln>
            <a:noFill/>
          </a:ln>
        </p:spPr>
      </p:pic>
      <p:pic>
        <p:nvPicPr>
          <p:cNvPr id="491" name="Google Shape;491;p36"/>
          <p:cNvPicPr preferRelativeResize="0"/>
          <p:nvPr/>
        </p:nvPicPr>
        <p:blipFill>
          <a:blip r:embed="rId8">
            <a:alphaModFix/>
          </a:blip>
          <a:stretch>
            <a:fillRect/>
          </a:stretch>
        </p:blipFill>
        <p:spPr>
          <a:xfrm>
            <a:off x="1259612" y="3014563"/>
            <a:ext cx="712975" cy="2663942"/>
          </a:xfrm>
          <a:prstGeom prst="rect">
            <a:avLst/>
          </a:prstGeom>
          <a:noFill/>
          <a:ln>
            <a:noFill/>
          </a:ln>
        </p:spPr>
      </p:pic>
      <p:pic>
        <p:nvPicPr>
          <p:cNvPr id="492" name="Google Shape;492;p36"/>
          <p:cNvPicPr preferRelativeResize="0"/>
          <p:nvPr/>
        </p:nvPicPr>
        <p:blipFill>
          <a:blip r:embed="rId9">
            <a:alphaModFix/>
          </a:blip>
          <a:stretch>
            <a:fillRect/>
          </a:stretch>
        </p:blipFill>
        <p:spPr>
          <a:xfrm rot="-2">
            <a:off x="6698619" y="3664853"/>
            <a:ext cx="1066756" cy="3355847"/>
          </a:xfrm>
          <a:prstGeom prst="rect">
            <a:avLst/>
          </a:prstGeom>
          <a:noFill/>
          <a:ln>
            <a:noFill/>
          </a:ln>
        </p:spPr>
      </p:pic>
      <p:pic>
        <p:nvPicPr>
          <p:cNvPr id="493" name="Google Shape;493;p36"/>
          <p:cNvPicPr preferRelativeResize="0"/>
          <p:nvPr/>
        </p:nvPicPr>
        <p:blipFill>
          <a:blip r:embed="rId10">
            <a:alphaModFix/>
          </a:blip>
          <a:stretch>
            <a:fillRect/>
          </a:stretch>
        </p:blipFill>
        <p:spPr>
          <a:xfrm rot="453275">
            <a:off x="-111841" y="3525139"/>
            <a:ext cx="740577" cy="2922349"/>
          </a:xfrm>
          <a:prstGeom prst="rect">
            <a:avLst/>
          </a:prstGeom>
          <a:noFill/>
          <a:ln>
            <a:noFill/>
          </a:ln>
        </p:spPr>
      </p:pic>
      <p:pic>
        <p:nvPicPr>
          <p:cNvPr id="494" name="Google Shape;494;p36"/>
          <p:cNvPicPr preferRelativeResize="0"/>
          <p:nvPr/>
        </p:nvPicPr>
        <p:blipFill>
          <a:blip r:embed="rId11">
            <a:alphaModFix/>
          </a:blip>
          <a:stretch>
            <a:fillRect/>
          </a:stretch>
        </p:blipFill>
        <p:spPr>
          <a:xfrm rot="10800000">
            <a:off x="648626" y="3694663"/>
            <a:ext cx="641838" cy="2143750"/>
          </a:xfrm>
          <a:prstGeom prst="rect">
            <a:avLst/>
          </a:prstGeom>
          <a:noFill/>
          <a:ln>
            <a:noFill/>
          </a:ln>
        </p:spPr>
      </p:pic>
      <p:pic>
        <p:nvPicPr>
          <p:cNvPr id="495" name="Google Shape;495;p36"/>
          <p:cNvPicPr preferRelativeResize="0"/>
          <p:nvPr/>
        </p:nvPicPr>
        <p:blipFill>
          <a:blip r:embed="rId12">
            <a:alphaModFix/>
          </a:blip>
          <a:stretch>
            <a:fillRect/>
          </a:stretch>
        </p:blipFill>
        <p:spPr>
          <a:xfrm>
            <a:off x="8391778" y="3649563"/>
            <a:ext cx="615744" cy="1773537"/>
          </a:xfrm>
          <a:prstGeom prst="rect">
            <a:avLst/>
          </a:prstGeom>
          <a:noFill/>
          <a:ln>
            <a:noFill/>
          </a:ln>
        </p:spPr>
      </p:pic>
      <p:pic>
        <p:nvPicPr>
          <p:cNvPr id="496" name="Google Shape;496;p36"/>
          <p:cNvPicPr preferRelativeResize="0"/>
          <p:nvPr/>
        </p:nvPicPr>
        <p:blipFill>
          <a:blip r:embed="rId13">
            <a:alphaModFix/>
          </a:blip>
          <a:stretch>
            <a:fillRect/>
          </a:stretch>
        </p:blipFill>
        <p:spPr>
          <a:xfrm rot="-165385">
            <a:off x="6526700" y="3761088"/>
            <a:ext cx="152305" cy="1931635"/>
          </a:xfrm>
          <a:prstGeom prst="rect">
            <a:avLst/>
          </a:prstGeom>
          <a:noFill/>
          <a:ln>
            <a:noFill/>
          </a:ln>
        </p:spPr>
      </p:pic>
      <p:pic>
        <p:nvPicPr>
          <p:cNvPr id="497" name="Google Shape;497;p36"/>
          <p:cNvPicPr preferRelativeResize="0"/>
          <p:nvPr/>
        </p:nvPicPr>
        <p:blipFill>
          <a:blip r:embed="rId10">
            <a:alphaModFix/>
          </a:blip>
          <a:stretch>
            <a:fillRect/>
          </a:stretch>
        </p:blipFill>
        <p:spPr>
          <a:xfrm>
            <a:off x="5802816" y="3897014"/>
            <a:ext cx="740577" cy="2922349"/>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29" Type="http://schemas.openxmlformats.org/officeDocument/2006/relationships/slideLayout" Target="../slideLayouts/slideLayout29.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11" Type="http://schemas.openxmlformats.org/officeDocument/2006/relationships/slideLayout" Target="../slideLayouts/slideLayout11.xml"/><Relationship Id="rId33" Type="http://schemas.openxmlformats.org/officeDocument/2006/relationships/slideLayout" Target="../slideLayouts/slideLayout33.xml"/><Relationship Id="rId10" Type="http://schemas.openxmlformats.org/officeDocument/2006/relationships/slideLayout" Target="../slideLayouts/slideLayout10.xml"/><Relationship Id="rId32" Type="http://schemas.openxmlformats.org/officeDocument/2006/relationships/slideLayout" Target="../slideLayouts/slideLayout32.xml"/><Relationship Id="rId13" Type="http://schemas.openxmlformats.org/officeDocument/2006/relationships/slideLayout" Target="../slideLayouts/slideLayout13.xml"/><Relationship Id="rId35" Type="http://schemas.openxmlformats.org/officeDocument/2006/relationships/slideLayout" Target="../slideLayouts/slideLayout35.xml"/><Relationship Id="rId12" Type="http://schemas.openxmlformats.org/officeDocument/2006/relationships/slideLayout" Target="../slideLayouts/slideLayout12.xml"/><Relationship Id="rId34" Type="http://schemas.openxmlformats.org/officeDocument/2006/relationships/slideLayout" Target="../slideLayouts/slideLayout34.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36" Type="http://schemas.openxmlformats.org/officeDocument/2006/relationships/theme" Target="../theme/theme1.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rtl="0" algn="ctr">
              <a:spcBef>
                <a:spcPts val="0"/>
              </a:spcBef>
              <a:spcAft>
                <a:spcPts val="0"/>
              </a:spcAft>
              <a:buClr>
                <a:schemeClr val="dk1"/>
              </a:buClr>
              <a:buSzPts val="3500"/>
              <a:buFont typeface="Tenor Sans"/>
              <a:buNone/>
              <a:defRPr sz="3500">
                <a:solidFill>
                  <a:schemeClr val="dk1"/>
                </a:solidFill>
                <a:latin typeface="Tenor Sans"/>
                <a:ea typeface="Tenor Sans"/>
                <a:cs typeface="Tenor Sans"/>
                <a:sym typeface="Tenor Sans"/>
              </a:defRPr>
            </a:lvl1pPr>
            <a:lvl2pPr lvl="1"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2pPr>
            <a:lvl3pPr lvl="2"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3pPr>
            <a:lvl4pPr lvl="3"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4pPr>
            <a:lvl5pPr lvl="4"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5pPr>
            <a:lvl6pPr lvl="5"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6pPr>
            <a:lvl7pPr lvl="6"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7pPr>
            <a:lvl8pPr lvl="7"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8pPr>
            <a:lvl9pPr lvl="8"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17500" lvl="0" marL="457200" rtl="0">
              <a:lnSpc>
                <a:spcPct val="100000"/>
              </a:lnSpc>
              <a:spcBef>
                <a:spcPts val="0"/>
              </a:spcBef>
              <a:spcAft>
                <a:spcPts val="0"/>
              </a:spcAft>
              <a:buClr>
                <a:schemeClr val="dk1"/>
              </a:buClr>
              <a:buSzPts val="1400"/>
              <a:buFont typeface="Palanquin"/>
              <a:buChar char="●"/>
              <a:defRPr>
                <a:solidFill>
                  <a:schemeClr val="dk1"/>
                </a:solidFill>
                <a:latin typeface="Palanquin"/>
                <a:ea typeface="Palanquin"/>
                <a:cs typeface="Palanquin"/>
                <a:sym typeface="Palanquin"/>
              </a:defRPr>
            </a:lvl1pPr>
            <a:lvl2pPr indent="-317500" lvl="1" marL="914400" rtl="0">
              <a:lnSpc>
                <a:spcPct val="100000"/>
              </a:lnSpc>
              <a:spcBef>
                <a:spcPts val="1600"/>
              </a:spcBef>
              <a:spcAft>
                <a:spcPts val="0"/>
              </a:spcAft>
              <a:buClr>
                <a:schemeClr val="dk1"/>
              </a:buClr>
              <a:buSzPts val="1400"/>
              <a:buFont typeface="Palanquin"/>
              <a:buChar char="○"/>
              <a:defRPr>
                <a:solidFill>
                  <a:schemeClr val="dk1"/>
                </a:solidFill>
                <a:latin typeface="Palanquin"/>
                <a:ea typeface="Palanquin"/>
                <a:cs typeface="Palanquin"/>
                <a:sym typeface="Palanquin"/>
              </a:defRPr>
            </a:lvl2pPr>
            <a:lvl3pPr indent="-317500" lvl="2" marL="1371600" rtl="0">
              <a:lnSpc>
                <a:spcPct val="100000"/>
              </a:lnSpc>
              <a:spcBef>
                <a:spcPts val="1600"/>
              </a:spcBef>
              <a:spcAft>
                <a:spcPts val="0"/>
              </a:spcAft>
              <a:buClr>
                <a:schemeClr val="dk1"/>
              </a:buClr>
              <a:buSzPts val="1400"/>
              <a:buFont typeface="Palanquin"/>
              <a:buChar char="■"/>
              <a:defRPr>
                <a:solidFill>
                  <a:schemeClr val="dk1"/>
                </a:solidFill>
                <a:latin typeface="Palanquin"/>
                <a:ea typeface="Palanquin"/>
                <a:cs typeface="Palanquin"/>
                <a:sym typeface="Palanquin"/>
              </a:defRPr>
            </a:lvl3pPr>
            <a:lvl4pPr indent="-317500" lvl="3" marL="1828800" rtl="0">
              <a:lnSpc>
                <a:spcPct val="100000"/>
              </a:lnSpc>
              <a:spcBef>
                <a:spcPts val="1600"/>
              </a:spcBef>
              <a:spcAft>
                <a:spcPts val="0"/>
              </a:spcAft>
              <a:buClr>
                <a:schemeClr val="dk1"/>
              </a:buClr>
              <a:buSzPts val="1400"/>
              <a:buFont typeface="Palanquin"/>
              <a:buChar char="●"/>
              <a:defRPr>
                <a:solidFill>
                  <a:schemeClr val="dk1"/>
                </a:solidFill>
                <a:latin typeface="Palanquin"/>
                <a:ea typeface="Palanquin"/>
                <a:cs typeface="Palanquin"/>
                <a:sym typeface="Palanquin"/>
              </a:defRPr>
            </a:lvl4pPr>
            <a:lvl5pPr indent="-317500" lvl="4" marL="2286000" rtl="0">
              <a:lnSpc>
                <a:spcPct val="100000"/>
              </a:lnSpc>
              <a:spcBef>
                <a:spcPts val="1600"/>
              </a:spcBef>
              <a:spcAft>
                <a:spcPts val="0"/>
              </a:spcAft>
              <a:buClr>
                <a:schemeClr val="dk1"/>
              </a:buClr>
              <a:buSzPts val="1400"/>
              <a:buFont typeface="Palanquin"/>
              <a:buChar char="○"/>
              <a:defRPr>
                <a:solidFill>
                  <a:schemeClr val="dk1"/>
                </a:solidFill>
                <a:latin typeface="Palanquin"/>
                <a:ea typeface="Palanquin"/>
                <a:cs typeface="Palanquin"/>
                <a:sym typeface="Palanquin"/>
              </a:defRPr>
            </a:lvl5pPr>
            <a:lvl6pPr indent="-317500" lvl="5" marL="2743200" rtl="0">
              <a:lnSpc>
                <a:spcPct val="100000"/>
              </a:lnSpc>
              <a:spcBef>
                <a:spcPts val="1600"/>
              </a:spcBef>
              <a:spcAft>
                <a:spcPts val="0"/>
              </a:spcAft>
              <a:buClr>
                <a:schemeClr val="dk1"/>
              </a:buClr>
              <a:buSzPts val="1400"/>
              <a:buFont typeface="Palanquin"/>
              <a:buChar char="■"/>
              <a:defRPr>
                <a:solidFill>
                  <a:schemeClr val="dk1"/>
                </a:solidFill>
                <a:latin typeface="Palanquin"/>
                <a:ea typeface="Palanquin"/>
                <a:cs typeface="Palanquin"/>
                <a:sym typeface="Palanquin"/>
              </a:defRPr>
            </a:lvl6pPr>
            <a:lvl7pPr indent="-317500" lvl="6" marL="3200400" rtl="0">
              <a:lnSpc>
                <a:spcPct val="100000"/>
              </a:lnSpc>
              <a:spcBef>
                <a:spcPts val="1600"/>
              </a:spcBef>
              <a:spcAft>
                <a:spcPts val="0"/>
              </a:spcAft>
              <a:buClr>
                <a:schemeClr val="dk1"/>
              </a:buClr>
              <a:buSzPts val="1400"/>
              <a:buFont typeface="Palanquin"/>
              <a:buChar char="●"/>
              <a:defRPr>
                <a:solidFill>
                  <a:schemeClr val="dk1"/>
                </a:solidFill>
                <a:latin typeface="Palanquin"/>
                <a:ea typeface="Palanquin"/>
                <a:cs typeface="Palanquin"/>
                <a:sym typeface="Palanquin"/>
              </a:defRPr>
            </a:lvl7pPr>
            <a:lvl8pPr indent="-317500" lvl="7" marL="3657600" rtl="0">
              <a:lnSpc>
                <a:spcPct val="100000"/>
              </a:lnSpc>
              <a:spcBef>
                <a:spcPts val="1600"/>
              </a:spcBef>
              <a:spcAft>
                <a:spcPts val="0"/>
              </a:spcAft>
              <a:buClr>
                <a:schemeClr val="dk1"/>
              </a:buClr>
              <a:buSzPts val="1400"/>
              <a:buFont typeface="Palanquin"/>
              <a:buChar char="○"/>
              <a:defRPr>
                <a:solidFill>
                  <a:schemeClr val="dk1"/>
                </a:solidFill>
                <a:latin typeface="Palanquin"/>
                <a:ea typeface="Palanquin"/>
                <a:cs typeface="Palanquin"/>
                <a:sym typeface="Palanquin"/>
              </a:defRPr>
            </a:lvl8pPr>
            <a:lvl9pPr indent="-317500" lvl="8" marL="4114800" rtl="0">
              <a:lnSpc>
                <a:spcPct val="100000"/>
              </a:lnSpc>
              <a:spcBef>
                <a:spcPts val="1600"/>
              </a:spcBef>
              <a:spcAft>
                <a:spcPts val="1600"/>
              </a:spcAft>
              <a:buClr>
                <a:schemeClr val="dk1"/>
              </a:buClr>
              <a:buSzPts val="1400"/>
              <a:buFont typeface="Palanquin"/>
              <a:buChar char="■"/>
              <a:defRPr>
                <a:solidFill>
                  <a:schemeClr val="dk1"/>
                </a:solidFill>
                <a:latin typeface="Palanquin"/>
                <a:ea typeface="Palanquin"/>
                <a:cs typeface="Palanquin"/>
                <a:sym typeface="Palanquin"/>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00.png"/><Relationship Id="rId4" Type="http://schemas.openxmlformats.org/officeDocument/2006/relationships/image" Target="../media/image93.png"/><Relationship Id="rId9" Type="http://schemas.openxmlformats.org/officeDocument/2006/relationships/image" Target="../media/image2.png"/><Relationship Id="rId5" Type="http://schemas.openxmlformats.org/officeDocument/2006/relationships/image" Target="../media/image28.png"/><Relationship Id="rId6" Type="http://schemas.openxmlformats.org/officeDocument/2006/relationships/image" Target="../media/image6.png"/><Relationship Id="rId7" Type="http://schemas.openxmlformats.org/officeDocument/2006/relationships/image" Target="../media/image9.png"/><Relationship Id="rId8" Type="http://schemas.openxmlformats.org/officeDocument/2006/relationships/image" Target="../media/image67.png"/><Relationship Id="rId11" Type="http://schemas.openxmlformats.org/officeDocument/2006/relationships/image" Target="../media/image54.png"/><Relationship Id="rId10" Type="http://schemas.openxmlformats.org/officeDocument/2006/relationships/image" Target="../media/image35.png"/><Relationship Id="rId13" Type="http://schemas.openxmlformats.org/officeDocument/2006/relationships/image" Target="../media/image24.png"/><Relationship Id="rId12" Type="http://schemas.openxmlformats.org/officeDocument/2006/relationships/image" Target="../media/image18.png"/><Relationship Id="rId14" Type="http://schemas.openxmlformats.org/officeDocument/2006/relationships/image" Target="../media/image10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28.png"/><Relationship Id="rId4" Type="http://schemas.openxmlformats.org/officeDocument/2006/relationships/image" Target="../media/image9.png"/><Relationship Id="rId9" Type="http://schemas.openxmlformats.org/officeDocument/2006/relationships/image" Target="../media/image92.png"/><Relationship Id="rId5" Type="http://schemas.openxmlformats.org/officeDocument/2006/relationships/image" Target="../media/image26.png"/><Relationship Id="rId6" Type="http://schemas.openxmlformats.org/officeDocument/2006/relationships/image" Target="../media/image19.png"/><Relationship Id="rId7" Type="http://schemas.openxmlformats.org/officeDocument/2006/relationships/image" Target="../media/image94.png"/><Relationship Id="rId8" Type="http://schemas.openxmlformats.org/officeDocument/2006/relationships/image" Target="../media/image7.png"/><Relationship Id="rId10" Type="http://schemas.openxmlformats.org/officeDocument/2006/relationships/image" Target="../media/image90.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 Id="rId3" Type="http://schemas.openxmlformats.org/officeDocument/2006/relationships/image" Target="../media/image10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 Id="rId3" Type="http://schemas.openxmlformats.org/officeDocument/2006/relationships/image" Target="../media/image96.png"/><Relationship Id="rId4" Type="http://schemas.openxmlformats.org/officeDocument/2006/relationships/image" Target="../media/image9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5.xml"/><Relationship Id="rId3" Type="http://schemas.openxmlformats.org/officeDocument/2006/relationships/image" Target="../media/image112.jpg"/><Relationship Id="rId4" Type="http://schemas.openxmlformats.org/officeDocument/2006/relationships/image" Target="../media/image104.png"/><Relationship Id="rId5" Type="http://schemas.openxmlformats.org/officeDocument/2006/relationships/image" Target="../media/image9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6.xml"/><Relationship Id="rId3" Type="http://schemas.openxmlformats.org/officeDocument/2006/relationships/image" Target="../media/image102.png"/><Relationship Id="rId4" Type="http://schemas.openxmlformats.org/officeDocument/2006/relationships/image" Target="../media/image106.png"/><Relationship Id="rId5" Type="http://schemas.openxmlformats.org/officeDocument/2006/relationships/image" Target="../media/image11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7.xml"/><Relationship Id="rId3" Type="http://schemas.openxmlformats.org/officeDocument/2006/relationships/image" Target="../media/image112.jpg"/><Relationship Id="rId4" Type="http://schemas.openxmlformats.org/officeDocument/2006/relationships/image" Target="../media/image110.png"/><Relationship Id="rId5" Type="http://schemas.openxmlformats.org/officeDocument/2006/relationships/image" Target="../media/image10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8.xml"/><Relationship Id="rId3" Type="http://schemas.openxmlformats.org/officeDocument/2006/relationships/image" Target="../media/image112.jpg"/><Relationship Id="rId4" Type="http://schemas.openxmlformats.org/officeDocument/2006/relationships/image" Target="../media/image107.png"/><Relationship Id="rId5" Type="http://schemas.openxmlformats.org/officeDocument/2006/relationships/image" Target="../media/image10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9.xml"/><Relationship Id="rId3" Type="http://schemas.openxmlformats.org/officeDocument/2006/relationships/image" Target="../media/image112.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0.xml"/><Relationship Id="rId3" Type="http://schemas.openxmlformats.org/officeDocument/2006/relationships/image" Target="../media/image112.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1" name="Shape 501"/>
        <p:cNvGrpSpPr/>
        <p:nvPr/>
      </p:nvGrpSpPr>
      <p:grpSpPr>
        <a:xfrm>
          <a:off x="0" y="0"/>
          <a:ext cx="0" cy="0"/>
          <a:chOff x="0" y="0"/>
          <a:chExt cx="0" cy="0"/>
        </a:xfrm>
      </p:grpSpPr>
      <p:pic>
        <p:nvPicPr>
          <p:cNvPr id="502" name="Google Shape;502;p37"/>
          <p:cNvPicPr preferRelativeResize="0"/>
          <p:nvPr/>
        </p:nvPicPr>
        <p:blipFill>
          <a:blip r:embed="rId3">
            <a:alphaModFix/>
          </a:blip>
          <a:stretch>
            <a:fillRect/>
          </a:stretch>
        </p:blipFill>
        <p:spPr>
          <a:xfrm rot="10644251">
            <a:off x="696037" y="-373498"/>
            <a:ext cx="284350" cy="1739024"/>
          </a:xfrm>
          <a:prstGeom prst="rect">
            <a:avLst/>
          </a:prstGeom>
          <a:noFill/>
          <a:ln>
            <a:noFill/>
          </a:ln>
        </p:spPr>
      </p:pic>
      <p:pic>
        <p:nvPicPr>
          <p:cNvPr id="503" name="Google Shape;503;p37"/>
          <p:cNvPicPr preferRelativeResize="0"/>
          <p:nvPr/>
        </p:nvPicPr>
        <p:blipFill>
          <a:blip r:embed="rId4">
            <a:alphaModFix/>
          </a:blip>
          <a:stretch>
            <a:fillRect/>
          </a:stretch>
        </p:blipFill>
        <p:spPr>
          <a:xfrm>
            <a:off x="3015572" y="-70642"/>
            <a:ext cx="3112856" cy="1973291"/>
          </a:xfrm>
          <a:prstGeom prst="rect">
            <a:avLst/>
          </a:prstGeom>
          <a:noFill/>
          <a:ln>
            <a:noFill/>
          </a:ln>
        </p:spPr>
      </p:pic>
      <p:pic>
        <p:nvPicPr>
          <p:cNvPr id="504" name="Google Shape;504;p37"/>
          <p:cNvPicPr preferRelativeResize="0"/>
          <p:nvPr/>
        </p:nvPicPr>
        <p:blipFill>
          <a:blip r:embed="rId5">
            <a:alphaModFix/>
          </a:blip>
          <a:stretch>
            <a:fillRect/>
          </a:stretch>
        </p:blipFill>
        <p:spPr>
          <a:xfrm rot="764633">
            <a:off x="5991795" y="-161777"/>
            <a:ext cx="705449" cy="1775962"/>
          </a:xfrm>
          <a:prstGeom prst="rect">
            <a:avLst/>
          </a:prstGeom>
          <a:noFill/>
          <a:ln>
            <a:noFill/>
          </a:ln>
        </p:spPr>
      </p:pic>
      <p:pic>
        <p:nvPicPr>
          <p:cNvPr id="505" name="Google Shape;505;p37"/>
          <p:cNvPicPr preferRelativeResize="0"/>
          <p:nvPr/>
        </p:nvPicPr>
        <p:blipFill>
          <a:blip r:embed="rId6">
            <a:alphaModFix/>
          </a:blip>
          <a:stretch>
            <a:fillRect/>
          </a:stretch>
        </p:blipFill>
        <p:spPr>
          <a:xfrm rot="10653776">
            <a:off x="1096450" y="-694600"/>
            <a:ext cx="149150" cy="2595250"/>
          </a:xfrm>
          <a:prstGeom prst="rect">
            <a:avLst/>
          </a:prstGeom>
          <a:noFill/>
          <a:ln>
            <a:noFill/>
          </a:ln>
        </p:spPr>
      </p:pic>
      <p:pic>
        <p:nvPicPr>
          <p:cNvPr id="506" name="Google Shape;506;p37"/>
          <p:cNvPicPr preferRelativeResize="0"/>
          <p:nvPr/>
        </p:nvPicPr>
        <p:blipFill>
          <a:blip r:embed="rId7">
            <a:alphaModFix/>
          </a:blip>
          <a:stretch>
            <a:fillRect/>
          </a:stretch>
        </p:blipFill>
        <p:spPr>
          <a:xfrm rot="10800000">
            <a:off x="6854688" y="-835950"/>
            <a:ext cx="216380" cy="2506079"/>
          </a:xfrm>
          <a:prstGeom prst="rect">
            <a:avLst/>
          </a:prstGeom>
          <a:noFill/>
          <a:ln>
            <a:noFill/>
          </a:ln>
        </p:spPr>
      </p:pic>
      <p:pic>
        <p:nvPicPr>
          <p:cNvPr id="507" name="Google Shape;507;p37"/>
          <p:cNvPicPr preferRelativeResize="0"/>
          <p:nvPr/>
        </p:nvPicPr>
        <p:blipFill>
          <a:blip r:embed="rId8">
            <a:alphaModFix/>
          </a:blip>
          <a:stretch>
            <a:fillRect/>
          </a:stretch>
        </p:blipFill>
        <p:spPr>
          <a:xfrm rot="10800000">
            <a:off x="7115207" y="-415967"/>
            <a:ext cx="712975" cy="2663942"/>
          </a:xfrm>
          <a:prstGeom prst="rect">
            <a:avLst/>
          </a:prstGeom>
          <a:noFill/>
          <a:ln>
            <a:noFill/>
          </a:ln>
        </p:spPr>
      </p:pic>
      <p:pic>
        <p:nvPicPr>
          <p:cNvPr id="508" name="Google Shape;508;p37"/>
          <p:cNvPicPr preferRelativeResize="0"/>
          <p:nvPr/>
        </p:nvPicPr>
        <p:blipFill>
          <a:blip r:embed="rId9">
            <a:alphaModFix/>
          </a:blip>
          <a:stretch>
            <a:fillRect/>
          </a:stretch>
        </p:blipFill>
        <p:spPr>
          <a:xfrm rot="10799998">
            <a:off x="1322420" y="-1758161"/>
            <a:ext cx="1066756" cy="3355847"/>
          </a:xfrm>
          <a:prstGeom prst="rect">
            <a:avLst/>
          </a:prstGeom>
          <a:noFill/>
          <a:ln>
            <a:noFill/>
          </a:ln>
        </p:spPr>
      </p:pic>
      <p:pic>
        <p:nvPicPr>
          <p:cNvPr id="509" name="Google Shape;509;p37"/>
          <p:cNvPicPr preferRelativeResize="0"/>
          <p:nvPr/>
        </p:nvPicPr>
        <p:blipFill>
          <a:blip r:embed="rId10">
            <a:alphaModFix/>
          </a:blip>
          <a:stretch>
            <a:fillRect/>
          </a:stretch>
        </p:blipFill>
        <p:spPr>
          <a:xfrm rot="-10346725">
            <a:off x="8459058" y="-1184950"/>
            <a:ext cx="740577" cy="2922349"/>
          </a:xfrm>
          <a:prstGeom prst="rect">
            <a:avLst/>
          </a:prstGeom>
          <a:noFill/>
          <a:ln>
            <a:noFill/>
          </a:ln>
        </p:spPr>
      </p:pic>
      <p:pic>
        <p:nvPicPr>
          <p:cNvPr id="510" name="Google Shape;510;p37"/>
          <p:cNvPicPr preferRelativeResize="0"/>
          <p:nvPr/>
        </p:nvPicPr>
        <p:blipFill>
          <a:blip r:embed="rId11">
            <a:alphaModFix/>
          </a:blip>
          <a:stretch>
            <a:fillRect/>
          </a:stretch>
        </p:blipFill>
        <p:spPr>
          <a:xfrm rot="252410">
            <a:off x="7797330" y="-575875"/>
            <a:ext cx="641838" cy="2143751"/>
          </a:xfrm>
          <a:prstGeom prst="rect">
            <a:avLst/>
          </a:prstGeom>
          <a:noFill/>
          <a:ln>
            <a:noFill/>
          </a:ln>
        </p:spPr>
      </p:pic>
      <p:pic>
        <p:nvPicPr>
          <p:cNvPr id="511" name="Google Shape;511;p37"/>
          <p:cNvPicPr preferRelativeResize="0"/>
          <p:nvPr/>
        </p:nvPicPr>
        <p:blipFill>
          <a:blip r:embed="rId12">
            <a:alphaModFix/>
          </a:blip>
          <a:stretch>
            <a:fillRect/>
          </a:stretch>
        </p:blipFill>
        <p:spPr>
          <a:xfrm rot="10456506">
            <a:off x="-6628" y="-160562"/>
            <a:ext cx="615743" cy="1773537"/>
          </a:xfrm>
          <a:prstGeom prst="rect">
            <a:avLst/>
          </a:prstGeom>
          <a:noFill/>
          <a:ln>
            <a:noFill/>
          </a:ln>
        </p:spPr>
      </p:pic>
      <p:pic>
        <p:nvPicPr>
          <p:cNvPr id="512" name="Google Shape;512;p37"/>
          <p:cNvPicPr preferRelativeResize="0"/>
          <p:nvPr/>
        </p:nvPicPr>
        <p:blipFill>
          <a:blip r:embed="rId13">
            <a:alphaModFix/>
          </a:blip>
          <a:stretch>
            <a:fillRect/>
          </a:stretch>
        </p:blipFill>
        <p:spPr>
          <a:xfrm rot="10634615">
            <a:off x="2408789" y="-430185"/>
            <a:ext cx="152305" cy="1931635"/>
          </a:xfrm>
          <a:prstGeom prst="rect">
            <a:avLst/>
          </a:prstGeom>
          <a:noFill/>
          <a:ln>
            <a:noFill/>
          </a:ln>
        </p:spPr>
      </p:pic>
      <p:pic>
        <p:nvPicPr>
          <p:cNvPr id="513" name="Google Shape;513;p37"/>
          <p:cNvPicPr preferRelativeResize="0"/>
          <p:nvPr/>
        </p:nvPicPr>
        <p:blipFill>
          <a:blip r:embed="rId10">
            <a:alphaModFix/>
          </a:blip>
          <a:stretch>
            <a:fillRect/>
          </a:stretch>
        </p:blipFill>
        <p:spPr>
          <a:xfrm rot="10800000">
            <a:off x="2544402" y="-1556825"/>
            <a:ext cx="740577" cy="2922349"/>
          </a:xfrm>
          <a:prstGeom prst="rect">
            <a:avLst/>
          </a:prstGeom>
          <a:noFill/>
          <a:ln>
            <a:noFill/>
          </a:ln>
        </p:spPr>
      </p:pic>
      <p:sp>
        <p:nvSpPr>
          <p:cNvPr id="514" name="Google Shape;514;p37"/>
          <p:cNvSpPr txBox="1"/>
          <p:nvPr>
            <p:ph idx="1" type="subTitle"/>
          </p:nvPr>
        </p:nvSpPr>
        <p:spPr>
          <a:xfrm>
            <a:off x="1552950" y="3615275"/>
            <a:ext cx="6038100" cy="409500"/>
          </a:xfrm>
          <a:prstGeom prst="rect">
            <a:avLst/>
          </a:prstGeom>
        </p:spPr>
        <p:txBody>
          <a:bodyPr anchorCtr="0" anchor="ctr" bIns="91425" lIns="91425" spcFirstLastPara="1" rIns="91425" wrap="square" tIns="91425">
            <a:noAutofit/>
          </a:bodyPr>
          <a:lstStyle/>
          <a:p>
            <a:pPr indent="0" lvl="0" marL="0" rtl="0" algn="ctr">
              <a:lnSpc>
                <a:spcPct val="150000"/>
              </a:lnSpc>
              <a:spcBef>
                <a:spcPts val="1200"/>
              </a:spcBef>
              <a:spcAft>
                <a:spcPts val="1200"/>
              </a:spcAft>
              <a:buNone/>
            </a:pPr>
            <a:r>
              <a:rPr lang="en" sz="1400">
                <a:solidFill>
                  <a:srgbClr val="000000"/>
                </a:solidFill>
                <a:latin typeface="Lexend Light"/>
                <a:ea typeface="Lexend Light"/>
                <a:cs typeface="Lexend Light"/>
                <a:sym typeface="Lexend Light"/>
              </a:rPr>
              <a:t>INSTAGRAM PERFORMANCE ANALYTICS USING TABLEAU</a:t>
            </a:r>
            <a:endParaRPr sz="2000">
              <a:latin typeface="Lexend Light"/>
              <a:ea typeface="Lexend Light"/>
              <a:cs typeface="Lexend Light"/>
              <a:sym typeface="Lexend Light"/>
            </a:endParaRPr>
          </a:p>
        </p:txBody>
      </p:sp>
      <p:pic>
        <p:nvPicPr>
          <p:cNvPr id="515" name="Google Shape;515;p37"/>
          <p:cNvPicPr preferRelativeResize="0"/>
          <p:nvPr/>
        </p:nvPicPr>
        <p:blipFill>
          <a:blip r:embed="rId14">
            <a:alphaModFix/>
          </a:blip>
          <a:stretch>
            <a:fillRect/>
          </a:stretch>
        </p:blipFill>
        <p:spPr>
          <a:xfrm>
            <a:off x="2920650" y="2352000"/>
            <a:ext cx="2841059" cy="81392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9" name="Shape 519"/>
        <p:cNvGrpSpPr/>
        <p:nvPr/>
      </p:nvGrpSpPr>
      <p:grpSpPr>
        <a:xfrm>
          <a:off x="0" y="0"/>
          <a:ext cx="0" cy="0"/>
          <a:chOff x="0" y="0"/>
          <a:chExt cx="0" cy="0"/>
        </a:xfrm>
      </p:grpSpPr>
      <p:pic>
        <p:nvPicPr>
          <p:cNvPr id="520" name="Google Shape;520;p38"/>
          <p:cNvPicPr preferRelativeResize="0"/>
          <p:nvPr/>
        </p:nvPicPr>
        <p:blipFill>
          <a:blip r:embed="rId3">
            <a:alphaModFix/>
          </a:blip>
          <a:stretch>
            <a:fillRect/>
          </a:stretch>
        </p:blipFill>
        <p:spPr>
          <a:xfrm rot="9313635">
            <a:off x="8638743" y="2098375"/>
            <a:ext cx="924283" cy="2326864"/>
          </a:xfrm>
          <a:prstGeom prst="rect">
            <a:avLst/>
          </a:prstGeom>
          <a:noFill/>
          <a:ln>
            <a:noFill/>
          </a:ln>
        </p:spPr>
      </p:pic>
      <p:pic>
        <p:nvPicPr>
          <p:cNvPr id="521" name="Google Shape;521;p38"/>
          <p:cNvPicPr preferRelativeResize="0"/>
          <p:nvPr/>
        </p:nvPicPr>
        <p:blipFill>
          <a:blip r:embed="rId4">
            <a:alphaModFix/>
          </a:blip>
          <a:stretch>
            <a:fillRect/>
          </a:stretch>
        </p:blipFill>
        <p:spPr>
          <a:xfrm rot="1047870">
            <a:off x="-217177" y="1871173"/>
            <a:ext cx="281748" cy="3263154"/>
          </a:xfrm>
          <a:prstGeom prst="rect">
            <a:avLst/>
          </a:prstGeom>
          <a:noFill/>
          <a:ln>
            <a:noFill/>
          </a:ln>
        </p:spPr>
      </p:pic>
      <p:pic>
        <p:nvPicPr>
          <p:cNvPr id="522" name="Google Shape;522;p38"/>
          <p:cNvPicPr preferRelativeResize="0"/>
          <p:nvPr/>
        </p:nvPicPr>
        <p:blipFill>
          <a:blip r:embed="rId5">
            <a:alphaModFix/>
          </a:blip>
          <a:stretch>
            <a:fillRect/>
          </a:stretch>
        </p:blipFill>
        <p:spPr>
          <a:xfrm rot="-1762862">
            <a:off x="8704163" y="3708487"/>
            <a:ext cx="793450" cy="1247775"/>
          </a:xfrm>
          <a:prstGeom prst="rect">
            <a:avLst/>
          </a:prstGeom>
          <a:noFill/>
          <a:ln>
            <a:noFill/>
          </a:ln>
        </p:spPr>
      </p:pic>
      <p:pic>
        <p:nvPicPr>
          <p:cNvPr id="523" name="Google Shape;523;p38"/>
          <p:cNvPicPr preferRelativeResize="0"/>
          <p:nvPr/>
        </p:nvPicPr>
        <p:blipFill>
          <a:blip r:embed="rId6">
            <a:alphaModFix/>
          </a:blip>
          <a:stretch>
            <a:fillRect/>
          </a:stretch>
        </p:blipFill>
        <p:spPr>
          <a:xfrm rot="-3470458">
            <a:off x="-1664909" y="1440996"/>
            <a:ext cx="2927147" cy="1120450"/>
          </a:xfrm>
          <a:prstGeom prst="rect">
            <a:avLst/>
          </a:prstGeom>
          <a:noFill/>
          <a:ln>
            <a:noFill/>
          </a:ln>
        </p:spPr>
      </p:pic>
      <p:pic>
        <p:nvPicPr>
          <p:cNvPr id="524" name="Google Shape;524;p38"/>
          <p:cNvPicPr preferRelativeResize="0"/>
          <p:nvPr/>
        </p:nvPicPr>
        <p:blipFill>
          <a:blip r:embed="rId7">
            <a:alphaModFix/>
          </a:blip>
          <a:stretch>
            <a:fillRect/>
          </a:stretch>
        </p:blipFill>
        <p:spPr>
          <a:xfrm rot="-2292603">
            <a:off x="8056147" y="489789"/>
            <a:ext cx="1849831" cy="1736095"/>
          </a:xfrm>
          <a:prstGeom prst="rect">
            <a:avLst/>
          </a:prstGeom>
          <a:noFill/>
          <a:ln>
            <a:noFill/>
          </a:ln>
        </p:spPr>
      </p:pic>
      <p:pic>
        <p:nvPicPr>
          <p:cNvPr id="525" name="Google Shape;525;p38"/>
          <p:cNvPicPr preferRelativeResize="0"/>
          <p:nvPr/>
        </p:nvPicPr>
        <p:blipFill>
          <a:blip r:embed="rId8">
            <a:alphaModFix/>
          </a:blip>
          <a:stretch>
            <a:fillRect/>
          </a:stretch>
        </p:blipFill>
        <p:spPr>
          <a:xfrm rot="922404">
            <a:off x="1738" y="3249271"/>
            <a:ext cx="268274" cy="2718458"/>
          </a:xfrm>
          <a:prstGeom prst="rect">
            <a:avLst/>
          </a:prstGeom>
          <a:noFill/>
          <a:ln>
            <a:noFill/>
          </a:ln>
        </p:spPr>
      </p:pic>
      <p:pic>
        <p:nvPicPr>
          <p:cNvPr id="526" name="Google Shape;526;p38"/>
          <p:cNvPicPr preferRelativeResize="0"/>
          <p:nvPr/>
        </p:nvPicPr>
        <p:blipFill>
          <a:blip r:embed="rId9">
            <a:alphaModFix/>
          </a:blip>
          <a:stretch>
            <a:fillRect/>
          </a:stretch>
        </p:blipFill>
        <p:spPr>
          <a:xfrm>
            <a:off x="933629" y="1209000"/>
            <a:ext cx="3971925" cy="3000375"/>
          </a:xfrm>
          <a:prstGeom prst="rect">
            <a:avLst/>
          </a:prstGeom>
          <a:noFill/>
          <a:ln>
            <a:noFill/>
          </a:ln>
        </p:spPr>
      </p:pic>
      <p:pic>
        <p:nvPicPr>
          <p:cNvPr id="527" name="Google Shape;527;p38"/>
          <p:cNvPicPr preferRelativeResize="0"/>
          <p:nvPr/>
        </p:nvPicPr>
        <p:blipFill>
          <a:blip r:embed="rId10">
            <a:alphaModFix/>
          </a:blip>
          <a:stretch>
            <a:fillRect/>
          </a:stretch>
        </p:blipFill>
        <p:spPr>
          <a:xfrm>
            <a:off x="5747829" y="1331300"/>
            <a:ext cx="2620546" cy="3622284"/>
          </a:xfrm>
          <a:prstGeom prst="rect">
            <a:avLst/>
          </a:prstGeom>
          <a:noFill/>
          <a:ln>
            <a:noFill/>
          </a:ln>
        </p:spPr>
      </p:pic>
      <p:sp>
        <p:nvSpPr>
          <p:cNvPr id="528" name="Google Shape;528;p38"/>
          <p:cNvSpPr txBox="1"/>
          <p:nvPr>
            <p:ph idx="4294967295" type="title"/>
          </p:nvPr>
        </p:nvSpPr>
        <p:spPr>
          <a:xfrm>
            <a:off x="783931" y="464000"/>
            <a:ext cx="725400" cy="5934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01</a:t>
            </a:r>
            <a:endParaRPr/>
          </a:p>
        </p:txBody>
      </p:sp>
      <p:sp>
        <p:nvSpPr>
          <p:cNvPr id="529" name="Google Shape;529;p38"/>
          <p:cNvSpPr txBox="1"/>
          <p:nvPr>
            <p:ph idx="4294967295" type="title"/>
          </p:nvPr>
        </p:nvSpPr>
        <p:spPr>
          <a:xfrm>
            <a:off x="5568900" y="464000"/>
            <a:ext cx="725400" cy="5934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02</a:t>
            </a:r>
            <a:endParaRPr/>
          </a:p>
        </p:txBody>
      </p:sp>
      <p:sp>
        <p:nvSpPr>
          <p:cNvPr id="530" name="Google Shape;530;p38"/>
          <p:cNvSpPr txBox="1"/>
          <p:nvPr>
            <p:ph type="title"/>
          </p:nvPr>
        </p:nvSpPr>
        <p:spPr>
          <a:xfrm>
            <a:off x="93638" y="464000"/>
            <a:ext cx="5816100" cy="1053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2900"/>
              <a:t>Datatypes check</a:t>
            </a:r>
            <a:r>
              <a:rPr lang="en"/>
              <a:t> </a:t>
            </a:r>
            <a:endParaRPr/>
          </a:p>
        </p:txBody>
      </p:sp>
      <p:sp>
        <p:nvSpPr>
          <p:cNvPr id="531" name="Google Shape;531;p38"/>
          <p:cNvSpPr txBox="1"/>
          <p:nvPr>
            <p:ph type="title"/>
          </p:nvPr>
        </p:nvSpPr>
        <p:spPr>
          <a:xfrm>
            <a:off x="5446246" y="155100"/>
            <a:ext cx="4086600" cy="1053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2900"/>
              <a:t>Creating new measures</a:t>
            </a:r>
            <a:r>
              <a:rPr lang="en"/>
              <a:t> </a:t>
            </a:r>
            <a:endParaRPr/>
          </a:p>
        </p:txBody>
      </p:sp>
      <p:sp>
        <p:nvSpPr>
          <p:cNvPr id="532" name="Google Shape;532;p38"/>
          <p:cNvSpPr txBox="1"/>
          <p:nvPr>
            <p:ph idx="4294967295" type="subTitle"/>
          </p:nvPr>
        </p:nvSpPr>
        <p:spPr>
          <a:xfrm>
            <a:off x="1051950" y="4262450"/>
            <a:ext cx="3853500" cy="692100"/>
          </a:xfrm>
          <a:prstGeom prst="rect">
            <a:avLst/>
          </a:prstGeom>
          <a:solidFill>
            <a:srgbClr val="D9D9D9"/>
          </a:solidFill>
        </p:spPr>
        <p:txBody>
          <a:bodyPr anchorCtr="0" anchor="t" bIns="91425" lIns="91425" spcFirstLastPara="1" rIns="91425" wrap="square" tIns="91425">
            <a:noAutofit/>
          </a:bodyPr>
          <a:lstStyle/>
          <a:p>
            <a:pPr indent="0" lvl="0" marL="0" rtl="0" algn="l">
              <a:spcBef>
                <a:spcPts val="0"/>
              </a:spcBef>
              <a:spcAft>
                <a:spcPts val="1600"/>
              </a:spcAft>
              <a:buNone/>
            </a:pPr>
            <a:r>
              <a:rPr b="1" lang="en"/>
              <a:t># Null values are checked in Excel</a:t>
            </a:r>
            <a:endParaRPr b="1"/>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6" name="Shape 536"/>
        <p:cNvGrpSpPr/>
        <p:nvPr/>
      </p:nvGrpSpPr>
      <p:grpSpPr>
        <a:xfrm>
          <a:off x="0" y="0"/>
          <a:ext cx="0" cy="0"/>
          <a:chOff x="0" y="0"/>
          <a:chExt cx="0" cy="0"/>
        </a:xfrm>
      </p:grpSpPr>
      <p:sp>
        <p:nvSpPr>
          <p:cNvPr id="537" name="Google Shape;537;p39"/>
          <p:cNvSpPr txBox="1"/>
          <p:nvPr/>
        </p:nvSpPr>
        <p:spPr>
          <a:xfrm>
            <a:off x="2331600" y="955500"/>
            <a:ext cx="3000000" cy="324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300">
                <a:latin typeface="Tenor Sans"/>
                <a:ea typeface="Tenor Sans"/>
                <a:cs typeface="Tenor Sans"/>
                <a:sym typeface="Tenor Sans"/>
              </a:rPr>
              <a:t>Business Summary:</a:t>
            </a:r>
            <a:endParaRPr sz="2300">
              <a:latin typeface="Tenor Sans"/>
              <a:ea typeface="Tenor Sans"/>
              <a:cs typeface="Tenor Sans"/>
              <a:sym typeface="Tenor Sans"/>
            </a:endParaRPr>
          </a:p>
          <a:p>
            <a:pPr indent="0" lvl="0" marL="0" rtl="0" algn="l">
              <a:spcBef>
                <a:spcPts val="0"/>
              </a:spcBef>
              <a:spcAft>
                <a:spcPts val="0"/>
              </a:spcAft>
              <a:buNone/>
            </a:pPr>
            <a:r>
              <a:t/>
            </a:r>
            <a:endParaRPr sz="1100"/>
          </a:p>
          <a:p>
            <a:pPr indent="0" lvl="0" marL="0" rtl="0" algn="l">
              <a:spcBef>
                <a:spcPts val="0"/>
              </a:spcBef>
              <a:spcAft>
                <a:spcPts val="0"/>
              </a:spcAft>
              <a:buNone/>
            </a:pPr>
            <a:r>
              <a:rPr lang="en" sz="1100">
                <a:latin typeface="Tenor Sans"/>
                <a:ea typeface="Tenor Sans"/>
                <a:cs typeface="Tenor Sans"/>
                <a:sym typeface="Tenor Sans"/>
              </a:rPr>
              <a:t>1️⃣ </a:t>
            </a:r>
            <a:r>
              <a:rPr b="1" lang="en" sz="1100">
                <a:latin typeface="Tenor Sans"/>
                <a:ea typeface="Tenor Sans"/>
                <a:cs typeface="Tenor Sans"/>
                <a:sym typeface="Tenor Sans"/>
              </a:rPr>
              <a:t>Total Posts: Sum of Posts</a:t>
            </a:r>
            <a:endParaRPr b="1" sz="1100">
              <a:latin typeface="Tenor Sans"/>
              <a:ea typeface="Tenor Sans"/>
              <a:cs typeface="Tenor Sans"/>
              <a:sym typeface="Tenor Sans"/>
            </a:endParaRPr>
          </a:p>
          <a:p>
            <a:pPr indent="0" lvl="0" marL="0" rtl="0" algn="l">
              <a:spcBef>
                <a:spcPts val="0"/>
              </a:spcBef>
              <a:spcAft>
                <a:spcPts val="0"/>
              </a:spcAft>
              <a:buNone/>
            </a:pPr>
            <a:r>
              <a:t/>
            </a:r>
            <a:endParaRPr b="1" sz="1100">
              <a:latin typeface="Tenor Sans"/>
              <a:ea typeface="Tenor Sans"/>
              <a:cs typeface="Tenor Sans"/>
              <a:sym typeface="Tenor Sans"/>
            </a:endParaRPr>
          </a:p>
          <a:p>
            <a:pPr indent="0" lvl="0" marL="0" rtl="0" algn="l">
              <a:spcBef>
                <a:spcPts val="0"/>
              </a:spcBef>
              <a:spcAft>
                <a:spcPts val="0"/>
              </a:spcAft>
              <a:buNone/>
            </a:pPr>
            <a:r>
              <a:rPr lang="en" sz="1100">
                <a:latin typeface="Tenor Sans"/>
                <a:ea typeface="Tenor Sans"/>
                <a:cs typeface="Tenor Sans"/>
                <a:sym typeface="Tenor Sans"/>
              </a:rPr>
              <a:t>2️⃣ </a:t>
            </a:r>
            <a:r>
              <a:rPr b="1" lang="en" sz="1100">
                <a:latin typeface="Tenor Sans"/>
                <a:ea typeface="Tenor Sans"/>
                <a:cs typeface="Tenor Sans"/>
                <a:sym typeface="Tenor Sans"/>
              </a:rPr>
              <a:t>Total Reach: Sum of Reach</a:t>
            </a:r>
            <a:endParaRPr b="1" sz="1100">
              <a:latin typeface="Tenor Sans"/>
              <a:ea typeface="Tenor Sans"/>
              <a:cs typeface="Tenor Sans"/>
              <a:sym typeface="Tenor Sans"/>
            </a:endParaRPr>
          </a:p>
          <a:p>
            <a:pPr indent="0" lvl="0" marL="0" rtl="0" algn="l">
              <a:spcBef>
                <a:spcPts val="0"/>
              </a:spcBef>
              <a:spcAft>
                <a:spcPts val="0"/>
              </a:spcAft>
              <a:buNone/>
            </a:pPr>
            <a:r>
              <a:t/>
            </a:r>
            <a:endParaRPr b="1" sz="1100">
              <a:latin typeface="Tenor Sans"/>
              <a:ea typeface="Tenor Sans"/>
              <a:cs typeface="Tenor Sans"/>
              <a:sym typeface="Tenor Sans"/>
            </a:endParaRPr>
          </a:p>
          <a:p>
            <a:pPr indent="0" lvl="0" marL="0" rtl="0" algn="l">
              <a:spcBef>
                <a:spcPts val="0"/>
              </a:spcBef>
              <a:spcAft>
                <a:spcPts val="0"/>
              </a:spcAft>
              <a:buNone/>
            </a:pPr>
            <a:r>
              <a:rPr lang="en" sz="1100">
                <a:latin typeface="Tenor Sans"/>
                <a:ea typeface="Tenor Sans"/>
                <a:cs typeface="Tenor Sans"/>
                <a:sym typeface="Tenor Sans"/>
              </a:rPr>
              <a:t>3️⃣ </a:t>
            </a:r>
            <a:r>
              <a:rPr b="1" lang="en" sz="1100">
                <a:latin typeface="Tenor Sans"/>
                <a:ea typeface="Tenor Sans"/>
                <a:cs typeface="Tenor Sans"/>
                <a:sym typeface="Tenor Sans"/>
              </a:rPr>
              <a:t>Total Likes: Sum of Likes</a:t>
            </a:r>
            <a:endParaRPr b="1" sz="1100">
              <a:latin typeface="Tenor Sans"/>
              <a:ea typeface="Tenor Sans"/>
              <a:cs typeface="Tenor Sans"/>
              <a:sym typeface="Tenor Sans"/>
            </a:endParaRPr>
          </a:p>
          <a:p>
            <a:pPr indent="0" lvl="0" marL="0" rtl="0" algn="l">
              <a:spcBef>
                <a:spcPts val="0"/>
              </a:spcBef>
              <a:spcAft>
                <a:spcPts val="0"/>
              </a:spcAft>
              <a:buNone/>
            </a:pPr>
            <a:r>
              <a:t/>
            </a:r>
            <a:endParaRPr b="1" sz="1100">
              <a:latin typeface="Tenor Sans"/>
              <a:ea typeface="Tenor Sans"/>
              <a:cs typeface="Tenor Sans"/>
              <a:sym typeface="Tenor Sans"/>
            </a:endParaRPr>
          </a:p>
          <a:p>
            <a:pPr indent="0" lvl="0" marL="0" rtl="0" algn="l">
              <a:spcBef>
                <a:spcPts val="0"/>
              </a:spcBef>
              <a:spcAft>
                <a:spcPts val="0"/>
              </a:spcAft>
              <a:buNone/>
            </a:pPr>
            <a:r>
              <a:rPr lang="en" sz="1100">
                <a:latin typeface="Tenor Sans"/>
                <a:ea typeface="Tenor Sans"/>
                <a:cs typeface="Tenor Sans"/>
                <a:sym typeface="Tenor Sans"/>
              </a:rPr>
              <a:t>4️⃣ </a:t>
            </a:r>
            <a:r>
              <a:rPr b="1" lang="en" sz="1100">
                <a:latin typeface="Tenor Sans"/>
                <a:ea typeface="Tenor Sans"/>
                <a:cs typeface="Tenor Sans"/>
                <a:sym typeface="Tenor Sans"/>
              </a:rPr>
              <a:t>Total Comments: Sum of comments</a:t>
            </a:r>
            <a:endParaRPr b="1" sz="1100">
              <a:latin typeface="Tenor Sans"/>
              <a:ea typeface="Tenor Sans"/>
              <a:cs typeface="Tenor Sans"/>
              <a:sym typeface="Tenor Sans"/>
            </a:endParaRPr>
          </a:p>
          <a:p>
            <a:pPr indent="0" lvl="0" marL="0" rtl="0" algn="l">
              <a:spcBef>
                <a:spcPts val="0"/>
              </a:spcBef>
              <a:spcAft>
                <a:spcPts val="0"/>
              </a:spcAft>
              <a:buNone/>
            </a:pPr>
            <a:r>
              <a:t/>
            </a:r>
            <a:endParaRPr b="1" sz="1100">
              <a:latin typeface="Tenor Sans"/>
              <a:ea typeface="Tenor Sans"/>
              <a:cs typeface="Tenor Sans"/>
              <a:sym typeface="Tenor Sans"/>
            </a:endParaRPr>
          </a:p>
          <a:p>
            <a:pPr indent="0" lvl="0" marL="0" rtl="0" algn="l">
              <a:spcBef>
                <a:spcPts val="0"/>
              </a:spcBef>
              <a:spcAft>
                <a:spcPts val="0"/>
              </a:spcAft>
              <a:buNone/>
            </a:pPr>
            <a:r>
              <a:rPr lang="en" sz="1100">
                <a:latin typeface="Tenor Sans"/>
                <a:ea typeface="Tenor Sans"/>
                <a:cs typeface="Tenor Sans"/>
                <a:sym typeface="Tenor Sans"/>
              </a:rPr>
              <a:t>5️⃣ </a:t>
            </a:r>
            <a:r>
              <a:rPr b="1" lang="en" sz="1100">
                <a:latin typeface="Tenor Sans"/>
                <a:ea typeface="Tenor Sans"/>
                <a:cs typeface="Tenor Sans"/>
                <a:sym typeface="Tenor Sans"/>
              </a:rPr>
              <a:t>Average Engagement Rate:  Average of Engagement rate</a:t>
            </a:r>
            <a:endParaRPr b="1" sz="1100">
              <a:latin typeface="Tenor Sans"/>
              <a:ea typeface="Tenor Sans"/>
              <a:cs typeface="Tenor Sans"/>
              <a:sym typeface="Tenor Sans"/>
            </a:endParaRPr>
          </a:p>
          <a:p>
            <a:pPr indent="0" lvl="0" marL="0" rtl="0" algn="l">
              <a:spcBef>
                <a:spcPts val="0"/>
              </a:spcBef>
              <a:spcAft>
                <a:spcPts val="0"/>
              </a:spcAft>
              <a:buNone/>
            </a:pPr>
            <a:r>
              <a:t/>
            </a:r>
            <a:endParaRPr b="1" sz="1100">
              <a:latin typeface="Tenor Sans"/>
              <a:ea typeface="Tenor Sans"/>
              <a:cs typeface="Tenor Sans"/>
              <a:sym typeface="Tenor Sans"/>
            </a:endParaRPr>
          </a:p>
          <a:p>
            <a:pPr indent="0" lvl="0" marL="0" rtl="0" algn="l">
              <a:spcBef>
                <a:spcPts val="0"/>
              </a:spcBef>
              <a:spcAft>
                <a:spcPts val="0"/>
              </a:spcAft>
              <a:buNone/>
            </a:pPr>
            <a:r>
              <a:rPr b="1" lang="en" sz="1100">
                <a:latin typeface="Tenor Sans"/>
                <a:ea typeface="Tenor Sans"/>
                <a:cs typeface="Tenor Sans"/>
                <a:sym typeface="Tenor Sans"/>
              </a:rPr>
              <a:t>Engagement Rate:</a:t>
            </a:r>
            <a:r>
              <a:rPr lang="en" sz="1100">
                <a:latin typeface="Tenor Sans"/>
                <a:ea typeface="Tenor Sans"/>
                <a:cs typeface="Tenor Sans"/>
                <a:sym typeface="Tenor Sans"/>
              </a:rPr>
              <a:t> </a:t>
            </a:r>
            <a:r>
              <a:rPr lang="en" sz="1100">
                <a:latin typeface="Tenor Sans"/>
                <a:ea typeface="Tenor Sans"/>
                <a:cs typeface="Tenor Sans"/>
                <a:sym typeface="Tenor Sans"/>
              </a:rPr>
              <a:t>([Likes] + [Comments] + [Shares] + [Saves] + [Profile Visits] + [Follows]) / [Reach]</a:t>
            </a:r>
            <a:endParaRPr sz="1100">
              <a:latin typeface="Tenor Sans"/>
              <a:ea typeface="Tenor Sans"/>
              <a:cs typeface="Tenor Sans"/>
              <a:sym typeface="Tenor Sans"/>
            </a:endParaRPr>
          </a:p>
          <a:p>
            <a:pPr indent="0" lvl="0" marL="0" rtl="0" algn="l">
              <a:spcBef>
                <a:spcPts val="0"/>
              </a:spcBef>
              <a:spcAft>
                <a:spcPts val="0"/>
              </a:spcAft>
              <a:buNone/>
            </a:pPr>
            <a:r>
              <a:t/>
            </a:r>
            <a:endParaRPr b="1" sz="1100"/>
          </a:p>
        </p:txBody>
      </p:sp>
      <p:pic>
        <p:nvPicPr>
          <p:cNvPr id="538" name="Google Shape;538;p39"/>
          <p:cNvPicPr preferRelativeResize="0"/>
          <p:nvPr/>
        </p:nvPicPr>
        <p:blipFill>
          <a:blip r:embed="rId3">
            <a:alphaModFix/>
          </a:blip>
          <a:stretch>
            <a:fillRect/>
          </a:stretch>
        </p:blipFill>
        <p:spPr>
          <a:xfrm>
            <a:off x="6042900" y="385763"/>
            <a:ext cx="2428875" cy="437197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2" name="Shape 542"/>
        <p:cNvGrpSpPr/>
        <p:nvPr/>
      </p:nvGrpSpPr>
      <p:grpSpPr>
        <a:xfrm>
          <a:off x="0" y="0"/>
          <a:ext cx="0" cy="0"/>
          <a:chOff x="0" y="0"/>
          <a:chExt cx="0" cy="0"/>
        </a:xfrm>
      </p:grpSpPr>
      <p:pic>
        <p:nvPicPr>
          <p:cNvPr id="543" name="Google Shape;543;p40"/>
          <p:cNvPicPr preferRelativeResize="0"/>
          <p:nvPr/>
        </p:nvPicPr>
        <p:blipFill>
          <a:blip r:embed="rId3">
            <a:alphaModFix/>
          </a:blip>
          <a:stretch>
            <a:fillRect/>
          </a:stretch>
        </p:blipFill>
        <p:spPr>
          <a:xfrm>
            <a:off x="1011275" y="142750"/>
            <a:ext cx="5001587" cy="2373202"/>
          </a:xfrm>
          <a:prstGeom prst="rect">
            <a:avLst/>
          </a:prstGeom>
          <a:noFill/>
          <a:ln>
            <a:noFill/>
          </a:ln>
        </p:spPr>
      </p:pic>
      <p:sp>
        <p:nvSpPr>
          <p:cNvPr id="544" name="Google Shape;544;p40"/>
          <p:cNvSpPr txBox="1"/>
          <p:nvPr/>
        </p:nvSpPr>
        <p:spPr>
          <a:xfrm>
            <a:off x="6172850" y="170475"/>
            <a:ext cx="2383500" cy="19299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b="1" lang="en" sz="1300">
                <a:solidFill>
                  <a:schemeClr val="dk1"/>
                </a:solidFill>
                <a:latin typeface="Palanquin"/>
                <a:ea typeface="Palanquin"/>
                <a:cs typeface="Palanquin"/>
                <a:sym typeface="Palanquin"/>
              </a:rPr>
              <a:t>Monthly Posting volume</a:t>
            </a:r>
            <a:r>
              <a:rPr lang="en" sz="1300">
                <a:solidFill>
                  <a:schemeClr val="dk1"/>
                </a:solidFill>
                <a:latin typeface="Palanquin"/>
                <a:ea typeface="Palanquin"/>
                <a:cs typeface="Palanquin"/>
                <a:sym typeface="Palanquin"/>
              </a:rPr>
              <a:t> </a:t>
            </a:r>
            <a:endParaRPr sz="1300">
              <a:solidFill>
                <a:schemeClr val="dk1"/>
              </a:solidFill>
              <a:latin typeface="Palanquin"/>
              <a:ea typeface="Palanquin"/>
              <a:cs typeface="Palanquin"/>
              <a:sym typeface="Palanquin"/>
            </a:endParaRPr>
          </a:p>
          <a:p>
            <a:pPr indent="0" lvl="0" marL="0" rtl="0" algn="l">
              <a:lnSpc>
                <a:spcPct val="100000"/>
              </a:lnSpc>
              <a:spcBef>
                <a:spcPts val="0"/>
              </a:spcBef>
              <a:spcAft>
                <a:spcPts val="0"/>
              </a:spcAft>
              <a:buNone/>
            </a:pPr>
            <a:r>
              <a:rPr lang="en" sz="1300">
                <a:solidFill>
                  <a:schemeClr val="dk1"/>
                </a:solidFill>
                <a:latin typeface="Palanquin"/>
                <a:ea typeface="Palanquin"/>
                <a:cs typeface="Palanquin"/>
                <a:sym typeface="Palanquin"/>
              </a:rPr>
              <a:t>✔ Relatively stable between ~4,100–4,300</a:t>
            </a:r>
            <a:endParaRPr sz="1300">
              <a:solidFill>
                <a:schemeClr val="dk1"/>
              </a:solidFill>
              <a:latin typeface="Palanquin"/>
              <a:ea typeface="Palanquin"/>
              <a:cs typeface="Palanquin"/>
              <a:sym typeface="Palanquin"/>
            </a:endParaRPr>
          </a:p>
          <a:p>
            <a:pPr indent="0" lvl="0" marL="0" rtl="0" algn="l">
              <a:spcBef>
                <a:spcPts val="0"/>
              </a:spcBef>
              <a:spcAft>
                <a:spcPts val="0"/>
              </a:spcAft>
              <a:buNone/>
            </a:pPr>
            <a:r>
              <a:rPr lang="en" sz="1300">
                <a:solidFill>
                  <a:schemeClr val="dk1"/>
                </a:solidFill>
                <a:latin typeface="Palanquin"/>
                <a:ea typeface="Palanquin"/>
                <a:cs typeface="Palanquin"/>
                <a:sym typeface="Palanquin"/>
              </a:rPr>
              <a:t>✔ Showing small cyclical (up–down) variation</a:t>
            </a:r>
            <a:endParaRPr sz="1300">
              <a:solidFill>
                <a:schemeClr val="dk1"/>
              </a:solidFill>
              <a:latin typeface="Palanquin"/>
              <a:ea typeface="Palanquin"/>
              <a:cs typeface="Palanquin"/>
              <a:sym typeface="Palanquin"/>
            </a:endParaRPr>
          </a:p>
          <a:p>
            <a:pPr indent="0" lvl="0" marL="0" rtl="0" algn="l">
              <a:spcBef>
                <a:spcPts val="0"/>
              </a:spcBef>
              <a:spcAft>
                <a:spcPts val="0"/>
              </a:spcAft>
              <a:buNone/>
            </a:pPr>
            <a:r>
              <a:rPr lang="en" sz="1300">
                <a:solidFill>
                  <a:schemeClr val="dk1"/>
                </a:solidFill>
                <a:latin typeface="Palanquin"/>
                <a:ea typeface="Palanquin"/>
                <a:cs typeface="Palanquin"/>
                <a:sym typeface="Palanquin"/>
              </a:rPr>
              <a:t>✔ The brand maintains a consistent posting strategy.</a:t>
            </a:r>
            <a:endParaRPr sz="1300">
              <a:solidFill>
                <a:schemeClr val="dk1"/>
              </a:solidFill>
              <a:latin typeface="Palanquin"/>
              <a:ea typeface="Palanquin"/>
              <a:cs typeface="Palanquin"/>
              <a:sym typeface="Palanquin"/>
            </a:endParaRPr>
          </a:p>
          <a:p>
            <a:pPr indent="0" lvl="0" marL="0" rtl="0" algn="l">
              <a:spcBef>
                <a:spcPts val="0"/>
              </a:spcBef>
              <a:spcAft>
                <a:spcPts val="0"/>
              </a:spcAft>
              <a:buNone/>
            </a:pPr>
            <a:r>
              <a:rPr lang="en" sz="1200">
                <a:solidFill>
                  <a:schemeClr val="dk1"/>
                </a:solidFill>
                <a:latin typeface="Palanquin"/>
                <a:ea typeface="Palanquin"/>
                <a:cs typeface="Palanquin"/>
                <a:sym typeface="Palanquin"/>
              </a:rPr>
              <a:t>✔</a:t>
            </a:r>
            <a:r>
              <a:rPr lang="en" sz="1300">
                <a:solidFill>
                  <a:schemeClr val="dk1"/>
                </a:solidFill>
                <a:latin typeface="Palanquin"/>
                <a:ea typeface="Palanquin"/>
                <a:cs typeface="Palanquin"/>
                <a:sym typeface="Palanquin"/>
              </a:rPr>
              <a:t>April 24,25 - Partial data</a:t>
            </a:r>
            <a:r>
              <a:rPr lang="en" sz="1500">
                <a:solidFill>
                  <a:schemeClr val="dk1"/>
                </a:solidFill>
                <a:latin typeface="Palanquin"/>
                <a:ea typeface="Palanquin"/>
                <a:cs typeface="Palanquin"/>
                <a:sym typeface="Palanquin"/>
              </a:rPr>
              <a:t> </a:t>
            </a:r>
            <a:endParaRPr sz="1600">
              <a:solidFill>
                <a:schemeClr val="dk1"/>
              </a:solidFill>
              <a:latin typeface="Palanquin"/>
              <a:ea typeface="Palanquin"/>
              <a:cs typeface="Palanquin"/>
              <a:sym typeface="Palanquin"/>
            </a:endParaRPr>
          </a:p>
        </p:txBody>
      </p:sp>
      <p:sp>
        <p:nvSpPr>
          <p:cNvPr id="545" name="Google Shape;545;p40"/>
          <p:cNvSpPr txBox="1"/>
          <p:nvPr/>
        </p:nvSpPr>
        <p:spPr>
          <a:xfrm>
            <a:off x="5806150" y="2515950"/>
            <a:ext cx="2680800" cy="2518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300">
                <a:solidFill>
                  <a:schemeClr val="dk1"/>
                </a:solidFill>
                <a:latin typeface="Palanquin"/>
                <a:ea typeface="Palanquin"/>
                <a:cs typeface="Palanquin"/>
                <a:sym typeface="Palanquin"/>
              </a:rPr>
              <a:t>✔Top 10 post identified by Hashtag combinations &amp; Post ID </a:t>
            </a:r>
            <a:r>
              <a:rPr lang="en" sz="1200">
                <a:solidFill>
                  <a:schemeClr val="dk1"/>
                </a:solidFill>
                <a:latin typeface="Palanquin"/>
                <a:ea typeface="Palanquin"/>
                <a:cs typeface="Palanquin"/>
                <a:sym typeface="Palanquin"/>
              </a:rPr>
              <a:t>(Created for unique identification of  post). </a:t>
            </a:r>
            <a:endParaRPr sz="1200">
              <a:solidFill>
                <a:schemeClr val="dk1"/>
              </a:solidFill>
              <a:latin typeface="Palanquin"/>
              <a:ea typeface="Palanquin"/>
              <a:cs typeface="Palanquin"/>
              <a:sym typeface="Palanquin"/>
            </a:endParaRPr>
          </a:p>
          <a:p>
            <a:pPr indent="0" lvl="0" marL="0" rtl="0" algn="l">
              <a:spcBef>
                <a:spcPts val="0"/>
              </a:spcBef>
              <a:spcAft>
                <a:spcPts val="0"/>
              </a:spcAft>
              <a:buNone/>
            </a:pPr>
            <a:r>
              <a:rPr lang="en" sz="1300">
                <a:solidFill>
                  <a:schemeClr val="dk1"/>
                </a:solidFill>
                <a:latin typeface="Palanquin"/>
                <a:ea typeface="Palanquin"/>
                <a:cs typeface="Palanquin"/>
                <a:sym typeface="Palanquin"/>
              </a:rPr>
              <a:t>✔Can see that </a:t>
            </a:r>
            <a:r>
              <a:rPr b="1" lang="en" sz="1300">
                <a:solidFill>
                  <a:schemeClr val="dk1"/>
                </a:solidFill>
                <a:latin typeface="Palanquin"/>
                <a:ea typeface="Palanquin"/>
                <a:cs typeface="Palanquin"/>
                <a:sym typeface="Palanquin"/>
              </a:rPr>
              <a:t>#CrueltyFree, #BoldLooks hashtag </a:t>
            </a:r>
            <a:r>
              <a:rPr lang="en" sz="1300">
                <a:solidFill>
                  <a:schemeClr val="dk1"/>
                </a:solidFill>
                <a:latin typeface="Palanquin"/>
                <a:ea typeface="Palanquin"/>
                <a:cs typeface="Palanquin"/>
                <a:sym typeface="Palanquin"/>
              </a:rPr>
              <a:t>combination has received the highest no of likes.</a:t>
            </a:r>
            <a:endParaRPr sz="1300">
              <a:solidFill>
                <a:schemeClr val="dk1"/>
              </a:solidFill>
              <a:latin typeface="Palanquin"/>
              <a:ea typeface="Palanquin"/>
              <a:cs typeface="Palanquin"/>
              <a:sym typeface="Palanquin"/>
            </a:endParaRPr>
          </a:p>
          <a:p>
            <a:pPr indent="0" lvl="0" marL="0" rtl="0" algn="l">
              <a:spcBef>
                <a:spcPts val="0"/>
              </a:spcBef>
              <a:spcAft>
                <a:spcPts val="0"/>
              </a:spcAft>
              <a:buNone/>
            </a:pPr>
            <a:r>
              <a:rPr lang="en" sz="1300">
                <a:solidFill>
                  <a:schemeClr val="dk1"/>
                </a:solidFill>
                <a:latin typeface="Palanquin"/>
                <a:ea typeface="Palanquin"/>
                <a:cs typeface="Palanquin"/>
                <a:sym typeface="Palanquin"/>
              </a:rPr>
              <a:t>✔ Usage of </a:t>
            </a:r>
            <a:r>
              <a:rPr b="1" lang="en" sz="1300">
                <a:solidFill>
                  <a:schemeClr val="dk1"/>
                </a:solidFill>
                <a:latin typeface="Palanquin"/>
                <a:ea typeface="Palanquin"/>
                <a:cs typeface="Palanquin"/>
                <a:sym typeface="Palanquin"/>
              </a:rPr>
              <a:t>#Boldlooks, #Makeup Goals, #CrueltyFree &amp; Brand name hashtags</a:t>
            </a:r>
            <a:r>
              <a:rPr lang="en" sz="1300">
                <a:solidFill>
                  <a:schemeClr val="dk1"/>
                </a:solidFill>
                <a:latin typeface="Palanquin"/>
                <a:ea typeface="Palanquin"/>
                <a:cs typeface="Palanquin"/>
                <a:sym typeface="Palanquin"/>
              </a:rPr>
              <a:t> received high likes</a:t>
            </a:r>
            <a:endParaRPr sz="1300">
              <a:solidFill>
                <a:schemeClr val="dk1"/>
              </a:solidFill>
              <a:latin typeface="Palanquin"/>
              <a:ea typeface="Palanquin"/>
              <a:cs typeface="Palanquin"/>
              <a:sym typeface="Palanquin"/>
            </a:endParaRPr>
          </a:p>
        </p:txBody>
      </p:sp>
      <p:pic>
        <p:nvPicPr>
          <p:cNvPr id="546" name="Google Shape;546;p40"/>
          <p:cNvPicPr preferRelativeResize="0"/>
          <p:nvPr/>
        </p:nvPicPr>
        <p:blipFill>
          <a:blip r:embed="rId4">
            <a:alphaModFix/>
          </a:blip>
          <a:stretch>
            <a:fillRect/>
          </a:stretch>
        </p:blipFill>
        <p:spPr>
          <a:xfrm>
            <a:off x="683175" y="2800914"/>
            <a:ext cx="5001576" cy="182672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0" name="Shape 550"/>
        <p:cNvGrpSpPr/>
        <p:nvPr/>
      </p:nvGrpSpPr>
      <p:grpSpPr>
        <a:xfrm>
          <a:off x="0" y="0"/>
          <a:ext cx="0" cy="0"/>
          <a:chOff x="0" y="0"/>
          <a:chExt cx="0" cy="0"/>
        </a:xfrm>
      </p:grpSpPr>
      <p:pic>
        <p:nvPicPr>
          <p:cNvPr id="551" name="Google Shape;551;p41"/>
          <p:cNvPicPr preferRelativeResize="0"/>
          <p:nvPr>
            <p:ph idx="2" type="pic"/>
          </p:nvPr>
        </p:nvPicPr>
        <p:blipFill rotWithShape="1">
          <a:blip r:embed="rId3">
            <a:alphaModFix/>
          </a:blip>
          <a:srcRect b="7662" l="0" r="0" t="7662"/>
          <a:stretch/>
        </p:blipFill>
        <p:spPr>
          <a:xfrm>
            <a:off x="-11775" y="-23525"/>
            <a:ext cx="9155702" cy="5166900"/>
          </a:xfrm>
          <a:prstGeom prst="rect">
            <a:avLst/>
          </a:prstGeom>
        </p:spPr>
      </p:pic>
      <p:pic>
        <p:nvPicPr>
          <p:cNvPr id="552" name="Google Shape;552;p41"/>
          <p:cNvPicPr preferRelativeResize="0"/>
          <p:nvPr/>
        </p:nvPicPr>
        <p:blipFill>
          <a:blip r:embed="rId4">
            <a:alphaModFix/>
          </a:blip>
          <a:stretch>
            <a:fillRect/>
          </a:stretch>
        </p:blipFill>
        <p:spPr>
          <a:xfrm>
            <a:off x="501425" y="2386875"/>
            <a:ext cx="4629201" cy="2655625"/>
          </a:xfrm>
          <a:prstGeom prst="rect">
            <a:avLst/>
          </a:prstGeom>
          <a:noFill/>
          <a:ln>
            <a:noFill/>
          </a:ln>
        </p:spPr>
      </p:pic>
      <p:sp>
        <p:nvSpPr>
          <p:cNvPr id="553" name="Google Shape;553;p41"/>
          <p:cNvSpPr txBox="1"/>
          <p:nvPr/>
        </p:nvSpPr>
        <p:spPr>
          <a:xfrm>
            <a:off x="5506975" y="331325"/>
            <a:ext cx="3396900" cy="1817700"/>
          </a:xfrm>
          <a:prstGeom prst="rect">
            <a:avLst/>
          </a:prstGeom>
          <a:solidFill>
            <a:srgbClr val="F9EAEA">
              <a:alpha val="73790"/>
            </a:srgbClr>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300">
                <a:solidFill>
                  <a:schemeClr val="dk1"/>
                </a:solidFill>
                <a:latin typeface="Palanquin"/>
                <a:ea typeface="Palanquin"/>
                <a:cs typeface="Palanquin"/>
                <a:sym typeface="Palanquin"/>
              </a:rPr>
              <a:t>✔ Hashtag combinations with Keyword </a:t>
            </a:r>
            <a:r>
              <a:rPr b="1" lang="en" sz="1300">
                <a:solidFill>
                  <a:schemeClr val="dk1"/>
                </a:solidFill>
                <a:latin typeface="Palanquin"/>
                <a:ea typeface="Palanquin"/>
                <a:cs typeface="Palanquin"/>
                <a:sym typeface="Palanquin"/>
              </a:rPr>
              <a:t>#VeganBeauty</a:t>
            </a:r>
            <a:r>
              <a:rPr lang="en" sz="1300">
                <a:solidFill>
                  <a:schemeClr val="dk1"/>
                </a:solidFill>
                <a:latin typeface="Palanquin"/>
                <a:ea typeface="Palanquin"/>
                <a:cs typeface="Palanquin"/>
                <a:sym typeface="Palanquin"/>
              </a:rPr>
              <a:t> has received the highest no of engagement.</a:t>
            </a:r>
            <a:endParaRPr sz="1300">
              <a:solidFill>
                <a:schemeClr val="dk1"/>
              </a:solidFill>
              <a:latin typeface="Palanquin"/>
              <a:ea typeface="Palanquin"/>
              <a:cs typeface="Palanquin"/>
              <a:sym typeface="Palanquin"/>
            </a:endParaRPr>
          </a:p>
          <a:p>
            <a:pPr indent="0" lvl="0" marL="0" rtl="0" algn="l">
              <a:spcBef>
                <a:spcPts val="0"/>
              </a:spcBef>
              <a:spcAft>
                <a:spcPts val="0"/>
              </a:spcAft>
              <a:buNone/>
            </a:pPr>
            <a:r>
              <a:rPr lang="en" sz="1300">
                <a:solidFill>
                  <a:schemeClr val="dk1"/>
                </a:solidFill>
                <a:latin typeface="Palanquin"/>
                <a:ea typeface="Palanquin"/>
                <a:cs typeface="Palanquin"/>
                <a:sym typeface="Palanquin"/>
              </a:rPr>
              <a:t>✔Brand name Hashtag </a:t>
            </a:r>
            <a:r>
              <a:rPr b="1" lang="en" sz="1300">
                <a:solidFill>
                  <a:schemeClr val="dk1"/>
                </a:solidFill>
                <a:latin typeface="Palanquin"/>
                <a:ea typeface="Palanquin"/>
                <a:cs typeface="Palanquin"/>
                <a:sym typeface="Palanquin"/>
              </a:rPr>
              <a:t>#Sugar Cosmetics </a:t>
            </a:r>
            <a:r>
              <a:rPr lang="en" sz="1300">
                <a:solidFill>
                  <a:schemeClr val="dk1"/>
                </a:solidFill>
                <a:latin typeface="Palanquin"/>
                <a:ea typeface="Palanquin"/>
                <a:cs typeface="Palanquin"/>
                <a:sym typeface="Palanquin"/>
              </a:rPr>
              <a:t>received the Top Engagement Rate</a:t>
            </a:r>
            <a:endParaRPr sz="1300">
              <a:solidFill>
                <a:schemeClr val="dk1"/>
              </a:solidFill>
              <a:latin typeface="Palanquin"/>
              <a:ea typeface="Palanquin"/>
              <a:cs typeface="Palanquin"/>
              <a:sym typeface="Palanquin"/>
            </a:endParaRPr>
          </a:p>
          <a:p>
            <a:pPr indent="0" lvl="0" marL="0" rtl="0" algn="l">
              <a:spcBef>
                <a:spcPts val="0"/>
              </a:spcBef>
              <a:spcAft>
                <a:spcPts val="0"/>
              </a:spcAft>
              <a:buNone/>
            </a:pPr>
            <a:r>
              <a:rPr lang="en" sz="1300">
                <a:solidFill>
                  <a:schemeClr val="dk1"/>
                </a:solidFill>
                <a:latin typeface="Palanquin"/>
                <a:ea typeface="Palanquin"/>
                <a:cs typeface="Palanquin"/>
                <a:sym typeface="Palanquin"/>
              </a:rPr>
              <a:t>✔By applying Date to the Rows can also see which dates/months is performing well in terms of the </a:t>
            </a:r>
            <a:r>
              <a:rPr lang="en" sz="1300">
                <a:solidFill>
                  <a:schemeClr val="dk1"/>
                </a:solidFill>
                <a:latin typeface="Palanquin"/>
                <a:ea typeface="Palanquin"/>
                <a:cs typeface="Palanquin"/>
                <a:sym typeface="Palanquin"/>
              </a:rPr>
              <a:t>engagement</a:t>
            </a:r>
            <a:r>
              <a:rPr lang="en" sz="1300">
                <a:solidFill>
                  <a:schemeClr val="dk1"/>
                </a:solidFill>
                <a:latin typeface="Palanquin"/>
                <a:ea typeface="Palanquin"/>
                <a:cs typeface="Palanquin"/>
                <a:sym typeface="Palanquin"/>
              </a:rPr>
              <a:t> rate </a:t>
            </a:r>
            <a:endParaRPr sz="1300">
              <a:solidFill>
                <a:schemeClr val="dk1"/>
              </a:solidFill>
              <a:latin typeface="Palanquin"/>
              <a:ea typeface="Palanquin"/>
              <a:cs typeface="Palanquin"/>
              <a:sym typeface="Palanquin"/>
            </a:endParaRPr>
          </a:p>
        </p:txBody>
      </p:sp>
      <p:sp>
        <p:nvSpPr>
          <p:cNvPr id="554" name="Google Shape;554;p41"/>
          <p:cNvSpPr txBox="1"/>
          <p:nvPr/>
        </p:nvSpPr>
        <p:spPr>
          <a:xfrm>
            <a:off x="5593825" y="2927275"/>
            <a:ext cx="3097800" cy="1572900"/>
          </a:xfrm>
          <a:prstGeom prst="rect">
            <a:avLst/>
          </a:prstGeom>
          <a:solidFill>
            <a:srgbClr val="F9EAEA">
              <a:alpha val="73790"/>
            </a:srgbClr>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500">
                <a:solidFill>
                  <a:schemeClr val="dk1"/>
                </a:solidFill>
                <a:latin typeface="Palanquin"/>
                <a:ea typeface="Palanquin"/>
                <a:cs typeface="Palanquin"/>
                <a:sym typeface="Palanquin"/>
              </a:rPr>
              <a:t>Stories r</a:t>
            </a:r>
            <a:r>
              <a:rPr lang="en" sz="1500">
                <a:solidFill>
                  <a:schemeClr val="dk1"/>
                </a:solidFill>
                <a:latin typeface="Palanquin"/>
                <a:ea typeface="Palanquin"/>
                <a:cs typeface="Palanquin"/>
                <a:sym typeface="Palanquin"/>
              </a:rPr>
              <a:t>eceive Highest Average Likes, Average Saves and Average comments than other post types.</a:t>
            </a:r>
            <a:endParaRPr sz="1500">
              <a:solidFill>
                <a:schemeClr val="dk1"/>
              </a:solidFill>
              <a:latin typeface="Palanquin"/>
              <a:ea typeface="Palanquin"/>
              <a:cs typeface="Palanquin"/>
              <a:sym typeface="Palanquin"/>
            </a:endParaRPr>
          </a:p>
          <a:p>
            <a:pPr indent="0" lvl="0" marL="0" rtl="0" algn="l">
              <a:spcBef>
                <a:spcPts val="0"/>
              </a:spcBef>
              <a:spcAft>
                <a:spcPts val="0"/>
              </a:spcAft>
              <a:buNone/>
            </a:pPr>
            <a:r>
              <a:t/>
            </a:r>
            <a:endParaRPr sz="1500">
              <a:solidFill>
                <a:schemeClr val="dk1"/>
              </a:solidFill>
              <a:latin typeface="Palanquin"/>
              <a:ea typeface="Palanquin"/>
              <a:cs typeface="Palanquin"/>
              <a:sym typeface="Palanquin"/>
            </a:endParaRPr>
          </a:p>
          <a:p>
            <a:pPr indent="0" lvl="0" marL="0" rtl="0" algn="l">
              <a:spcBef>
                <a:spcPts val="0"/>
              </a:spcBef>
              <a:spcAft>
                <a:spcPts val="0"/>
              </a:spcAft>
              <a:buNone/>
            </a:pPr>
            <a:r>
              <a:rPr b="1" lang="en" sz="1500">
                <a:solidFill>
                  <a:schemeClr val="dk1"/>
                </a:solidFill>
                <a:latin typeface="Palanquin"/>
                <a:ea typeface="Palanquin"/>
                <a:cs typeface="Palanquin"/>
                <a:sym typeface="Palanquin"/>
              </a:rPr>
              <a:t>Videos </a:t>
            </a:r>
            <a:r>
              <a:rPr lang="en" sz="1500">
                <a:solidFill>
                  <a:schemeClr val="dk1"/>
                </a:solidFill>
                <a:latin typeface="Palanquin"/>
                <a:ea typeface="Palanquin"/>
                <a:cs typeface="Palanquin"/>
                <a:sym typeface="Palanquin"/>
              </a:rPr>
              <a:t>receive</a:t>
            </a:r>
            <a:r>
              <a:rPr lang="en" sz="1500">
                <a:solidFill>
                  <a:schemeClr val="dk1"/>
                </a:solidFill>
                <a:latin typeface="Palanquin"/>
                <a:ea typeface="Palanquin"/>
                <a:cs typeface="Palanquin"/>
                <a:sym typeface="Palanquin"/>
              </a:rPr>
              <a:t> the least Average Likes and saves </a:t>
            </a:r>
            <a:endParaRPr sz="1500">
              <a:solidFill>
                <a:schemeClr val="dk1"/>
              </a:solidFill>
              <a:latin typeface="Palanquin"/>
              <a:ea typeface="Palanquin"/>
              <a:cs typeface="Palanquin"/>
              <a:sym typeface="Palanquin"/>
            </a:endParaRPr>
          </a:p>
        </p:txBody>
      </p:sp>
      <p:pic>
        <p:nvPicPr>
          <p:cNvPr id="555" name="Google Shape;555;p41"/>
          <p:cNvPicPr preferRelativeResize="0"/>
          <p:nvPr/>
        </p:nvPicPr>
        <p:blipFill>
          <a:blip r:embed="rId5">
            <a:alphaModFix/>
          </a:blip>
          <a:stretch>
            <a:fillRect/>
          </a:stretch>
        </p:blipFill>
        <p:spPr>
          <a:xfrm>
            <a:off x="501425" y="190400"/>
            <a:ext cx="4629199" cy="2080600"/>
          </a:xfrm>
          <a:prstGeom prst="rect">
            <a:avLst/>
          </a:prstGeom>
          <a:noFill/>
          <a:ln>
            <a:noFill/>
          </a:ln>
        </p:spPr>
      </p:pic>
      <p:sp>
        <p:nvSpPr>
          <p:cNvPr id="556" name="Google Shape;556;p41"/>
          <p:cNvSpPr/>
          <p:nvPr/>
        </p:nvSpPr>
        <p:spPr>
          <a:xfrm>
            <a:off x="2969000" y="2801750"/>
            <a:ext cx="974700" cy="2190600"/>
          </a:xfrm>
          <a:prstGeom prst="rect">
            <a:avLst/>
          </a:prstGeom>
          <a:noFill/>
          <a:ln cap="flat" cmpd="sng" w="19050">
            <a:solidFill>
              <a:srgbClr val="741B4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alanquin"/>
              <a:ea typeface="Palanquin"/>
              <a:cs typeface="Palanquin"/>
              <a:sym typeface="Palanquin"/>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0" name="Shape 560"/>
        <p:cNvGrpSpPr/>
        <p:nvPr/>
      </p:nvGrpSpPr>
      <p:grpSpPr>
        <a:xfrm>
          <a:off x="0" y="0"/>
          <a:ext cx="0" cy="0"/>
          <a:chOff x="0" y="0"/>
          <a:chExt cx="0" cy="0"/>
        </a:xfrm>
      </p:grpSpPr>
      <p:sp>
        <p:nvSpPr>
          <p:cNvPr id="561" name="Google Shape;561;p42"/>
          <p:cNvSpPr txBox="1"/>
          <p:nvPr>
            <p:ph type="title"/>
          </p:nvPr>
        </p:nvSpPr>
        <p:spPr>
          <a:xfrm>
            <a:off x="2102700" y="3986900"/>
            <a:ext cx="4938600" cy="7215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Day of Week Analysis</a:t>
            </a:r>
            <a:endParaRPr/>
          </a:p>
        </p:txBody>
      </p:sp>
      <p:sp>
        <p:nvSpPr>
          <p:cNvPr id="562" name="Google Shape;562;p42"/>
          <p:cNvSpPr txBox="1"/>
          <p:nvPr/>
        </p:nvSpPr>
        <p:spPr>
          <a:xfrm>
            <a:off x="5101675" y="1396050"/>
            <a:ext cx="2924100" cy="2467500"/>
          </a:xfrm>
          <a:prstGeom prst="rect">
            <a:avLst/>
          </a:prstGeom>
          <a:noFill/>
          <a:ln>
            <a:noFill/>
          </a:ln>
        </p:spPr>
        <p:txBody>
          <a:bodyPr anchorCtr="0" anchor="t" bIns="91425" lIns="91425" spcFirstLastPara="1" rIns="91425" wrap="square" tIns="91425">
            <a:noAutofit/>
          </a:bodyPr>
          <a:lstStyle/>
          <a:p>
            <a:pPr indent="-317500" lvl="0" marL="457200" rtl="0" algn="l">
              <a:spcBef>
                <a:spcPts val="0"/>
              </a:spcBef>
              <a:spcAft>
                <a:spcPts val="0"/>
              </a:spcAft>
              <a:buClr>
                <a:schemeClr val="dk1"/>
              </a:buClr>
              <a:buSzPts val="1400"/>
              <a:buFont typeface="Palanquin"/>
              <a:buChar char="➔"/>
            </a:pPr>
            <a:r>
              <a:rPr lang="en">
                <a:solidFill>
                  <a:schemeClr val="dk1"/>
                </a:solidFill>
                <a:latin typeface="Palanquin"/>
                <a:ea typeface="Palanquin"/>
                <a:cs typeface="Palanquin"/>
                <a:sym typeface="Palanquin"/>
              </a:rPr>
              <a:t>The overall Average Engagement is high during </a:t>
            </a:r>
            <a:r>
              <a:rPr b="1" lang="en">
                <a:solidFill>
                  <a:schemeClr val="dk1"/>
                </a:solidFill>
                <a:latin typeface="Palanquin"/>
                <a:ea typeface="Palanquin"/>
                <a:cs typeface="Palanquin"/>
                <a:sym typeface="Palanquin"/>
              </a:rPr>
              <a:t>Wednesdays</a:t>
            </a:r>
            <a:r>
              <a:rPr lang="en">
                <a:solidFill>
                  <a:schemeClr val="dk1"/>
                </a:solidFill>
                <a:latin typeface="Palanquin"/>
                <a:ea typeface="Palanquin"/>
                <a:cs typeface="Palanquin"/>
                <a:sym typeface="Palanquin"/>
              </a:rPr>
              <a:t> and low during on </a:t>
            </a:r>
            <a:r>
              <a:rPr b="1" lang="en">
                <a:solidFill>
                  <a:schemeClr val="dk1"/>
                </a:solidFill>
                <a:latin typeface="Palanquin"/>
                <a:ea typeface="Palanquin"/>
                <a:cs typeface="Palanquin"/>
                <a:sym typeface="Palanquin"/>
              </a:rPr>
              <a:t>Saturdays</a:t>
            </a:r>
            <a:endParaRPr b="1">
              <a:solidFill>
                <a:schemeClr val="dk1"/>
              </a:solidFill>
              <a:latin typeface="Palanquin"/>
              <a:ea typeface="Palanquin"/>
              <a:cs typeface="Palanquin"/>
              <a:sym typeface="Palanquin"/>
            </a:endParaRPr>
          </a:p>
          <a:p>
            <a:pPr indent="-317500" lvl="0" marL="457200" rtl="0" algn="l">
              <a:spcBef>
                <a:spcPts val="0"/>
              </a:spcBef>
              <a:spcAft>
                <a:spcPts val="0"/>
              </a:spcAft>
              <a:buClr>
                <a:schemeClr val="dk1"/>
              </a:buClr>
              <a:buSzPts val="1400"/>
              <a:buFont typeface="Palanquin"/>
              <a:buChar char="➔"/>
            </a:pPr>
            <a:r>
              <a:rPr lang="en">
                <a:solidFill>
                  <a:schemeClr val="dk1"/>
                </a:solidFill>
                <a:latin typeface="Palanquin"/>
                <a:ea typeface="Palanquin"/>
                <a:cs typeface="Palanquin"/>
                <a:sym typeface="Palanquin"/>
              </a:rPr>
              <a:t>Post </a:t>
            </a:r>
            <a:r>
              <a:rPr lang="en">
                <a:solidFill>
                  <a:schemeClr val="dk1"/>
                </a:solidFill>
                <a:latin typeface="Palanquin"/>
                <a:ea typeface="Palanquin"/>
                <a:cs typeface="Palanquin"/>
                <a:sym typeface="Palanquin"/>
              </a:rPr>
              <a:t>type</a:t>
            </a:r>
            <a:r>
              <a:rPr lang="en">
                <a:solidFill>
                  <a:schemeClr val="dk1"/>
                </a:solidFill>
                <a:latin typeface="Palanquin"/>
                <a:ea typeface="Palanquin"/>
                <a:cs typeface="Palanquin"/>
                <a:sym typeface="Palanquin"/>
              </a:rPr>
              <a:t> wise better Average engagement days:</a:t>
            </a:r>
            <a:endParaRPr>
              <a:solidFill>
                <a:schemeClr val="dk1"/>
              </a:solidFill>
              <a:latin typeface="Palanquin"/>
              <a:ea typeface="Palanquin"/>
              <a:cs typeface="Palanquin"/>
              <a:sym typeface="Palanquin"/>
            </a:endParaRPr>
          </a:p>
          <a:p>
            <a:pPr indent="0" lvl="0" marL="457200" rtl="0" algn="l">
              <a:spcBef>
                <a:spcPts val="0"/>
              </a:spcBef>
              <a:spcAft>
                <a:spcPts val="0"/>
              </a:spcAft>
              <a:buNone/>
            </a:pPr>
            <a:r>
              <a:rPr b="1" lang="en">
                <a:solidFill>
                  <a:schemeClr val="dk1"/>
                </a:solidFill>
                <a:latin typeface="Palanquin"/>
                <a:ea typeface="Palanquin"/>
                <a:cs typeface="Palanquin"/>
                <a:sym typeface="Palanquin"/>
              </a:rPr>
              <a:t>Images: Sundays</a:t>
            </a:r>
            <a:endParaRPr b="1">
              <a:solidFill>
                <a:schemeClr val="dk1"/>
              </a:solidFill>
              <a:latin typeface="Palanquin"/>
              <a:ea typeface="Palanquin"/>
              <a:cs typeface="Palanquin"/>
              <a:sym typeface="Palanquin"/>
            </a:endParaRPr>
          </a:p>
          <a:p>
            <a:pPr indent="0" lvl="0" marL="457200" rtl="0" algn="l">
              <a:spcBef>
                <a:spcPts val="0"/>
              </a:spcBef>
              <a:spcAft>
                <a:spcPts val="0"/>
              </a:spcAft>
              <a:buNone/>
            </a:pPr>
            <a:r>
              <a:rPr b="1" lang="en">
                <a:solidFill>
                  <a:schemeClr val="dk1"/>
                </a:solidFill>
                <a:latin typeface="Palanquin"/>
                <a:ea typeface="Palanquin"/>
                <a:cs typeface="Palanquin"/>
                <a:sym typeface="Palanquin"/>
              </a:rPr>
              <a:t>Reels: Fridays</a:t>
            </a:r>
            <a:endParaRPr b="1">
              <a:solidFill>
                <a:schemeClr val="dk1"/>
              </a:solidFill>
              <a:latin typeface="Palanquin"/>
              <a:ea typeface="Palanquin"/>
              <a:cs typeface="Palanquin"/>
              <a:sym typeface="Palanquin"/>
            </a:endParaRPr>
          </a:p>
          <a:p>
            <a:pPr indent="0" lvl="0" marL="457200" rtl="0" algn="l">
              <a:spcBef>
                <a:spcPts val="0"/>
              </a:spcBef>
              <a:spcAft>
                <a:spcPts val="0"/>
              </a:spcAft>
              <a:buNone/>
            </a:pPr>
            <a:r>
              <a:rPr b="1" lang="en">
                <a:solidFill>
                  <a:schemeClr val="dk1"/>
                </a:solidFill>
                <a:latin typeface="Palanquin"/>
                <a:ea typeface="Palanquin"/>
                <a:cs typeface="Palanquin"/>
                <a:sym typeface="Palanquin"/>
              </a:rPr>
              <a:t>Stories: Mondays</a:t>
            </a:r>
            <a:endParaRPr b="1">
              <a:solidFill>
                <a:schemeClr val="dk1"/>
              </a:solidFill>
              <a:latin typeface="Palanquin"/>
              <a:ea typeface="Palanquin"/>
              <a:cs typeface="Palanquin"/>
              <a:sym typeface="Palanquin"/>
            </a:endParaRPr>
          </a:p>
          <a:p>
            <a:pPr indent="0" lvl="0" marL="457200" rtl="0" algn="l">
              <a:spcBef>
                <a:spcPts val="0"/>
              </a:spcBef>
              <a:spcAft>
                <a:spcPts val="0"/>
              </a:spcAft>
              <a:buNone/>
            </a:pPr>
            <a:r>
              <a:rPr b="1" lang="en">
                <a:solidFill>
                  <a:schemeClr val="dk1"/>
                </a:solidFill>
                <a:latin typeface="Palanquin"/>
                <a:ea typeface="Palanquin"/>
                <a:cs typeface="Palanquin"/>
                <a:sym typeface="Palanquin"/>
              </a:rPr>
              <a:t>Videos: Wednesdays</a:t>
            </a:r>
            <a:endParaRPr b="1">
              <a:solidFill>
                <a:schemeClr val="dk1"/>
              </a:solidFill>
              <a:latin typeface="Palanquin"/>
              <a:ea typeface="Palanquin"/>
              <a:cs typeface="Palanquin"/>
              <a:sym typeface="Palanquin"/>
            </a:endParaRPr>
          </a:p>
          <a:p>
            <a:pPr indent="0" lvl="0" marL="457200" rtl="0" algn="l">
              <a:spcBef>
                <a:spcPts val="0"/>
              </a:spcBef>
              <a:spcAft>
                <a:spcPts val="0"/>
              </a:spcAft>
              <a:buNone/>
            </a:pPr>
            <a:r>
              <a:t/>
            </a:r>
            <a:endParaRPr b="1">
              <a:solidFill>
                <a:schemeClr val="dk1"/>
              </a:solidFill>
              <a:latin typeface="Palanquin"/>
              <a:ea typeface="Palanquin"/>
              <a:cs typeface="Palanquin"/>
              <a:sym typeface="Palanquin"/>
            </a:endParaRPr>
          </a:p>
        </p:txBody>
      </p:sp>
      <p:pic>
        <p:nvPicPr>
          <p:cNvPr id="563" name="Google Shape;563;p42"/>
          <p:cNvPicPr preferRelativeResize="0"/>
          <p:nvPr/>
        </p:nvPicPr>
        <p:blipFill>
          <a:blip r:embed="rId3">
            <a:alphaModFix/>
          </a:blip>
          <a:stretch>
            <a:fillRect/>
          </a:stretch>
        </p:blipFill>
        <p:spPr>
          <a:xfrm>
            <a:off x="5198176" y="191000"/>
            <a:ext cx="1311294" cy="975275"/>
          </a:xfrm>
          <a:prstGeom prst="rect">
            <a:avLst/>
          </a:prstGeom>
          <a:noFill/>
          <a:ln>
            <a:noFill/>
          </a:ln>
        </p:spPr>
      </p:pic>
      <p:pic>
        <p:nvPicPr>
          <p:cNvPr id="564" name="Google Shape;564;p42"/>
          <p:cNvPicPr preferRelativeResize="0"/>
          <p:nvPr/>
        </p:nvPicPr>
        <p:blipFill>
          <a:blip r:embed="rId4">
            <a:alphaModFix/>
          </a:blip>
          <a:stretch>
            <a:fillRect/>
          </a:stretch>
        </p:blipFill>
        <p:spPr>
          <a:xfrm>
            <a:off x="1096366" y="181350"/>
            <a:ext cx="3623933" cy="3805550"/>
          </a:xfrm>
          <a:prstGeom prst="rect">
            <a:avLst/>
          </a:prstGeom>
          <a:noFill/>
          <a:ln>
            <a:noFill/>
          </a:ln>
        </p:spPr>
      </p:pic>
      <p:pic>
        <p:nvPicPr>
          <p:cNvPr id="565" name="Google Shape;565;p42"/>
          <p:cNvPicPr preferRelativeResize="0"/>
          <p:nvPr/>
        </p:nvPicPr>
        <p:blipFill>
          <a:blip r:embed="rId5">
            <a:alphaModFix/>
          </a:blip>
          <a:stretch>
            <a:fillRect/>
          </a:stretch>
        </p:blipFill>
        <p:spPr>
          <a:xfrm>
            <a:off x="566150" y="646868"/>
            <a:ext cx="530225" cy="3272482"/>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9" name="Shape 569"/>
        <p:cNvGrpSpPr/>
        <p:nvPr/>
      </p:nvGrpSpPr>
      <p:grpSpPr>
        <a:xfrm>
          <a:off x="0" y="0"/>
          <a:ext cx="0" cy="0"/>
          <a:chOff x="0" y="0"/>
          <a:chExt cx="0" cy="0"/>
        </a:xfrm>
      </p:grpSpPr>
      <p:pic>
        <p:nvPicPr>
          <p:cNvPr id="570" name="Google Shape;570;p43"/>
          <p:cNvPicPr preferRelativeResize="0"/>
          <p:nvPr>
            <p:ph idx="2" type="pic"/>
          </p:nvPr>
        </p:nvPicPr>
        <p:blipFill rotWithShape="1">
          <a:blip r:embed="rId3">
            <a:alphaModFix/>
          </a:blip>
          <a:srcRect b="7662" l="0" r="0" t="7662"/>
          <a:stretch/>
        </p:blipFill>
        <p:spPr>
          <a:xfrm>
            <a:off x="-11775" y="-23525"/>
            <a:ext cx="9155702" cy="5166900"/>
          </a:xfrm>
          <a:prstGeom prst="rect">
            <a:avLst/>
          </a:prstGeom>
        </p:spPr>
      </p:pic>
      <p:pic>
        <p:nvPicPr>
          <p:cNvPr id="571" name="Google Shape;571;p43"/>
          <p:cNvPicPr preferRelativeResize="0"/>
          <p:nvPr/>
        </p:nvPicPr>
        <p:blipFill rotWithShape="1">
          <a:blip r:embed="rId4">
            <a:alphaModFix/>
          </a:blip>
          <a:srcRect b="26573" l="0" r="0" t="0"/>
          <a:stretch/>
        </p:blipFill>
        <p:spPr>
          <a:xfrm>
            <a:off x="0" y="86650"/>
            <a:ext cx="5785876" cy="1869400"/>
          </a:xfrm>
          <a:prstGeom prst="rect">
            <a:avLst/>
          </a:prstGeom>
          <a:noFill/>
          <a:ln>
            <a:noFill/>
          </a:ln>
        </p:spPr>
      </p:pic>
      <p:sp>
        <p:nvSpPr>
          <p:cNvPr id="572" name="Google Shape;572;p43"/>
          <p:cNvSpPr txBox="1"/>
          <p:nvPr>
            <p:ph type="title"/>
          </p:nvPr>
        </p:nvSpPr>
        <p:spPr>
          <a:xfrm>
            <a:off x="5785874" y="86638"/>
            <a:ext cx="3382800" cy="1001700"/>
          </a:xfrm>
          <a:prstGeom prst="rect">
            <a:avLst/>
          </a:prstGeom>
          <a:solidFill>
            <a:srgbClr val="F9EAEA">
              <a:alpha val="73790"/>
            </a:srgbClr>
          </a:solidFill>
        </p:spPr>
        <p:txBody>
          <a:bodyPr anchorCtr="0" anchor="ctr" bIns="91425" lIns="91425" spcFirstLastPara="1" rIns="91425" wrap="square" tIns="91425">
            <a:noAutofit/>
          </a:bodyPr>
          <a:lstStyle/>
          <a:p>
            <a:pPr indent="0" lvl="0" marL="0" rtl="0" algn="ctr">
              <a:spcBef>
                <a:spcPts val="0"/>
              </a:spcBef>
              <a:spcAft>
                <a:spcPts val="0"/>
              </a:spcAft>
              <a:buNone/>
            </a:pPr>
            <a:r>
              <a:rPr lang="en" sz="2600"/>
              <a:t>Engagement Funnel</a:t>
            </a:r>
            <a:endParaRPr sz="1700"/>
          </a:p>
        </p:txBody>
      </p:sp>
      <p:sp>
        <p:nvSpPr>
          <p:cNvPr id="573" name="Google Shape;573;p43"/>
          <p:cNvSpPr txBox="1"/>
          <p:nvPr>
            <p:ph type="title"/>
          </p:nvPr>
        </p:nvSpPr>
        <p:spPr>
          <a:xfrm>
            <a:off x="-31189" y="2109474"/>
            <a:ext cx="3065400" cy="900900"/>
          </a:xfrm>
          <a:prstGeom prst="rect">
            <a:avLst/>
          </a:prstGeom>
          <a:solidFill>
            <a:srgbClr val="F9EAEA">
              <a:alpha val="73790"/>
            </a:srgbClr>
          </a:solidFill>
        </p:spPr>
        <p:txBody>
          <a:bodyPr anchorCtr="0" anchor="ctr" bIns="91425" lIns="91425" spcFirstLastPara="1" rIns="91425" wrap="square" tIns="91425">
            <a:noAutofit/>
          </a:bodyPr>
          <a:lstStyle/>
          <a:p>
            <a:pPr indent="0" lvl="0" marL="0" rtl="0" algn="ctr">
              <a:spcBef>
                <a:spcPts val="0"/>
              </a:spcBef>
              <a:spcAft>
                <a:spcPts val="0"/>
              </a:spcAft>
              <a:buNone/>
            </a:pPr>
            <a:r>
              <a:rPr lang="en" sz="2700"/>
              <a:t>Hashtag Analysis</a:t>
            </a:r>
            <a:endParaRPr sz="1800"/>
          </a:p>
        </p:txBody>
      </p:sp>
      <p:sp>
        <p:nvSpPr>
          <p:cNvPr id="574" name="Google Shape;574;p43"/>
          <p:cNvSpPr txBox="1"/>
          <p:nvPr>
            <p:ph type="title"/>
          </p:nvPr>
        </p:nvSpPr>
        <p:spPr>
          <a:xfrm>
            <a:off x="5771466" y="1077787"/>
            <a:ext cx="3504900" cy="790500"/>
          </a:xfrm>
          <a:prstGeom prst="rect">
            <a:avLst/>
          </a:prstGeom>
          <a:solidFill>
            <a:srgbClr val="F9EAEA">
              <a:alpha val="73790"/>
            </a:srgbClr>
          </a:solidFill>
        </p:spPr>
        <p:txBody>
          <a:bodyPr anchorCtr="0" anchor="ctr" bIns="91425" lIns="91425" spcFirstLastPara="1" rIns="91425" wrap="square" tIns="91425">
            <a:noAutofit/>
          </a:bodyPr>
          <a:lstStyle/>
          <a:p>
            <a:pPr indent="0" lvl="0" marL="0" rtl="0" algn="ctr">
              <a:spcBef>
                <a:spcPts val="0"/>
              </a:spcBef>
              <a:spcAft>
                <a:spcPts val="0"/>
              </a:spcAft>
              <a:buNone/>
            </a:pPr>
            <a:r>
              <a:rPr lang="en" sz="1100"/>
              <a:t>Out of </a:t>
            </a:r>
            <a:r>
              <a:rPr b="1" lang="en" sz="1100"/>
              <a:t>1276M </a:t>
            </a:r>
            <a:r>
              <a:rPr lang="en" sz="1100"/>
              <a:t>impressions, the reach is  only </a:t>
            </a:r>
            <a:r>
              <a:rPr b="1" lang="en" sz="1100"/>
              <a:t>987M</a:t>
            </a:r>
            <a:r>
              <a:rPr lang="en" sz="1100"/>
              <a:t>, Likes is</a:t>
            </a:r>
            <a:r>
              <a:rPr b="1" lang="en" sz="1100"/>
              <a:t> 147M</a:t>
            </a:r>
            <a:r>
              <a:rPr lang="en" sz="1100"/>
              <a:t>. Other engagements like Comments, Follows, saves, shares are </a:t>
            </a:r>
            <a:r>
              <a:rPr b="1" lang="en" sz="1100"/>
              <a:t>less than 18M</a:t>
            </a:r>
            <a:endParaRPr b="1" sz="1100"/>
          </a:p>
        </p:txBody>
      </p:sp>
      <p:sp>
        <p:nvSpPr>
          <p:cNvPr id="575" name="Google Shape;575;p43"/>
          <p:cNvSpPr txBox="1"/>
          <p:nvPr>
            <p:ph type="title"/>
          </p:nvPr>
        </p:nvSpPr>
        <p:spPr>
          <a:xfrm>
            <a:off x="-25025" y="3010375"/>
            <a:ext cx="3065400" cy="1633800"/>
          </a:xfrm>
          <a:prstGeom prst="rect">
            <a:avLst/>
          </a:prstGeom>
          <a:solidFill>
            <a:srgbClr val="F9EAEA">
              <a:alpha val="73790"/>
            </a:srgbClr>
          </a:solidFill>
        </p:spPr>
        <p:txBody>
          <a:bodyPr anchorCtr="0" anchor="ctr" bIns="91425" lIns="91425" spcFirstLastPara="1" rIns="91425" wrap="square" tIns="91425">
            <a:noAutofit/>
          </a:bodyPr>
          <a:lstStyle/>
          <a:p>
            <a:pPr indent="0" lvl="0" marL="0" rtl="0" algn="ctr">
              <a:spcBef>
                <a:spcPts val="0"/>
              </a:spcBef>
              <a:spcAft>
                <a:spcPts val="0"/>
              </a:spcAft>
              <a:buNone/>
            </a:pPr>
            <a:r>
              <a:rPr lang="en" sz="1100"/>
              <a:t>Top 10 Hashtags as per Avg Reach is listed. In addition to this Avg Engagement rate is combined to analyze which Top 10 high Reach Hashtags has more Avg engagement rate </a:t>
            </a:r>
            <a:endParaRPr sz="1100"/>
          </a:p>
          <a:p>
            <a:pPr indent="0" lvl="0" marL="0" rtl="0" algn="l">
              <a:lnSpc>
                <a:spcPct val="115000"/>
              </a:lnSpc>
              <a:spcBef>
                <a:spcPts val="1200"/>
              </a:spcBef>
              <a:spcAft>
                <a:spcPts val="1200"/>
              </a:spcAft>
              <a:buNone/>
            </a:pPr>
            <a:r>
              <a:rPr b="1" lang="en" sz="1100">
                <a:solidFill>
                  <a:srgbClr val="000000"/>
                </a:solidFill>
                <a:latin typeface="Arial"/>
                <a:ea typeface="Arial"/>
                <a:cs typeface="Arial"/>
                <a:sym typeface="Arial"/>
              </a:rPr>
              <a:t>High reach does not always lead to high engagement</a:t>
            </a:r>
            <a:endParaRPr sz="1100"/>
          </a:p>
        </p:txBody>
      </p:sp>
      <p:pic>
        <p:nvPicPr>
          <p:cNvPr id="576" name="Google Shape;576;p43"/>
          <p:cNvPicPr preferRelativeResize="0"/>
          <p:nvPr/>
        </p:nvPicPr>
        <p:blipFill>
          <a:blip r:embed="rId5">
            <a:alphaModFix/>
          </a:blip>
          <a:stretch>
            <a:fillRect/>
          </a:stretch>
        </p:blipFill>
        <p:spPr>
          <a:xfrm>
            <a:off x="3034300" y="2109475"/>
            <a:ext cx="6048375" cy="29337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0" name="Shape 580"/>
        <p:cNvGrpSpPr/>
        <p:nvPr/>
      </p:nvGrpSpPr>
      <p:grpSpPr>
        <a:xfrm>
          <a:off x="0" y="0"/>
          <a:ext cx="0" cy="0"/>
          <a:chOff x="0" y="0"/>
          <a:chExt cx="0" cy="0"/>
        </a:xfrm>
      </p:grpSpPr>
      <p:pic>
        <p:nvPicPr>
          <p:cNvPr id="581" name="Google Shape;581;p44"/>
          <p:cNvPicPr preferRelativeResize="0"/>
          <p:nvPr>
            <p:ph idx="2" type="pic"/>
          </p:nvPr>
        </p:nvPicPr>
        <p:blipFill rotWithShape="1">
          <a:blip r:embed="rId3">
            <a:alphaModFix/>
          </a:blip>
          <a:srcRect b="7662" l="0" r="0" t="7662"/>
          <a:stretch/>
        </p:blipFill>
        <p:spPr>
          <a:xfrm>
            <a:off x="-11775" y="-23525"/>
            <a:ext cx="9155702" cy="5166900"/>
          </a:xfrm>
          <a:prstGeom prst="rect">
            <a:avLst/>
          </a:prstGeom>
        </p:spPr>
      </p:pic>
      <p:sp>
        <p:nvSpPr>
          <p:cNvPr id="582" name="Google Shape;582;p44"/>
          <p:cNvSpPr txBox="1"/>
          <p:nvPr>
            <p:ph type="title"/>
          </p:nvPr>
        </p:nvSpPr>
        <p:spPr>
          <a:xfrm>
            <a:off x="300874" y="773438"/>
            <a:ext cx="3382800" cy="1001700"/>
          </a:xfrm>
          <a:prstGeom prst="rect">
            <a:avLst/>
          </a:prstGeom>
          <a:solidFill>
            <a:srgbClr val="F9EAEA">
              <a:alpha val="73790"/>
            </a:srgbClr>
          </a:solidFill>
        </p:spPr>
        <p:txBody>
          <a:bodyPr anchorCtr="0" anchor="ctr" bIns="91425" lIns="91425" spcFirstLastPara="1" rIns="91425" wrap="square" tIns="91425">
            <a:noAutofit/>
          </a:bodyPr>
          <a:lstStyle/>
          <a:p>
            <a:pPr indent="0" lvl="0" marL="0" rtl="0" algn="ctr">
              <a:spcBef>
                <a:spcPts val="0"/>
              </a:spcBef>
              <a:spcAft>
                <a:spcPts val="0"/>
              </a:spcAft>
              <a:buNone/>
            </a:pPr>
            <a:r>
              <a:rPr lang="en" sz="2900"/>
              <a:t>DASHBOARDS</a:t>
            </a:r>
            <a:r>
              <a:rPr lang="en"/>
              <a:t> </a:t>
            </a:r>
            <a:endParaRPr/>
          </a:p>
        </p:txBody>
      </p:sp>
      <p:pic>
        <p:nvPicPr>
          <p:cNvPr id="583" name="Google Shape;583;p44"/>
          <p:cNvPicPr preferRelativeResize="0"/>
          <p:nvPr/>
        </p:nvPicPr>
        <p:blipFill rotWithShape="1">
          <a:blip r:embed="rId4">
            <a:alphaModFix/>
          </a:blip>
          <a:srcRect b="3006" l="0" r="0" t="0"/>
          <a:stretch/>
        </p:blipFill>
        <p:spPr>
          <a:xfrm>
            <a:off x="3966425" y="-26287"/>
            <a:ext cx="5177574" cy="2723149"/>
          </a:xfrm>
          <a:prstGeom prst="rect">
            <a:avLst/>
          </a:prstGeom>
          <a:noFill/>
          <a:ln>
            <a:noFill/>
          </a:ln>
        </p:spPr>
      </p:pic>
      <p:pic>
        <p:nvPicPr>
          <p:cNvPr id="584" name="Google Shape;584;p44"/>
          <p:cNvPicPr preferRelativeResize="0"/>
          <p:nvPr/>
        </p:nvPicPr>
        <p:blipFill rotWithShape="1">
          <a:blip r:embed="rId5">
            <a:alphaModFix/>
          </a:blip>
          <a:srcRect b="4419" l="0" r="0" t="5757"/>
          <a:stretch/>
        </p:blipFill>
        <p:spPr>
          <a:xfrm>
            <a:off x="-17525" y="2663750"/>
            <a:ext cx="4912375" cy="2480763"/>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8" name="Shape 588"/>
        <p:cNvGrpSpPr/>
        <p:nvPr/>
      </p:nvGrpSpPr>
      <p:grpSpPr>
        <a:xfrm>
          <a:off x="0" y="0"/>
          <a:ext cx="0" cy="0"/>
          <a:chOff x="0" y="0"/>
          <a:chExt cx="0" cy="0"/>
        </a:xfrm>
      </p:grpSpPr>
      <p:pic>
        <p:nvPicPr>
          <p:cNvPr id="589" name="Google Shape;589;p45"/>
          <p:cNvPicPr preferRelativeResize="0"/>
          <p:nvPr>
            <p:ph idx="2" type="pic"/>
          </p:nvPr>
        </p:nvPicPr>
        <p:blipFill rotWithShape="1">
          <a:blip r:embed="rId3">
            <a:alphaModFix/>
          </a:blip>
          <a:srcRect b="7662" l="0" r="0" t="7662"/>
          <a:stretch/>
        </p:blipFill>
        <p:spPr>
          <a:xfrm>
            <a:off x="-11775" y="-23525"/>
            <a:ext cx="9155702" cy="5166900"/>
          </a:xfrm>
          <a:prstGeom prst="rect">
            <a:avLst/>
          </a:prstGeom>
        </p:spPr>
      </p:pic>
      <p:sp>
        <p:nvSpPr>
          <p:cNvPr id="590" name="Google Shape;590;p45"/>
          <p:cNvSpPr txBox="1"/>
          <p:nvPr>
            <p:ph type="title"/>
          </p:nvPr>
        </p:nvSpPr>
        <p:spPr>
          <a:xfrm>
            <a:off x="151875" y="285100"/>
            <a:ext cx="8828400" cy="740100"/>
          </a:xfrm>
          <a:prstGeom prst="rect">
            <a:avLst/>
          </a:prstGeom>
          <a:solidFill>
            <a:srgbClr val="F9EAEA">
              <a:alpha val="81630"/>
            </a:srgbClr>
          </a:solidFill>
        </p:spPr>
        <p:txBody>
          <a:bodyPr anchorCtr="0" anchor="ctr" bIns="91425" lIns="91425" spcFirstLastPara="1" rIns="91425" wrap="square" tIns="91425">
            <a:noAutofit/>
          </a:bodyPr>
          <a:lstStyle/>
          <a:p>
            <a:pPr indent="0" lvl="0" marL="0" rtl="0" algn="ctr">
              <a:spcBef>
                <a:spcPts val="0"/>
              </a:spcBef>
              <a:spcAft>
                <a:spcPts val="0"/>
              </a:spcAft>
              <a:buNone/>
            </a:pPr>
            <a:r>
              <a:rPr lang="en" sz="2900"/>
              <a:t>Insights to enhance the social media strategy</a:t>
            </a:r>
            <a:endParaRPr/>
          </a:p>
        </p:txBody>
      </p:sp>
      <p:sp>
        <p:nvSpPr>
          <p:cNvPr id="591" name="Google Shape;591;p45"/>
          <p:cNvSpPr txBox="1"/>
          <p:nvPr>
            <p:ph type="title"/>
          </p:nvPr>
        </p:nvSpPr>
        <p:spPr>
          <a:xfrm>
            <a:off x="151875" y="1419550"/>
            <a:ext cx="8828400" cy="2199600"/>
          </a:xfrm>
          <a:prstGeom prst="rect">
            <a:avLst/>
          </a:prstGeom>
          <a:solidFill>
            <a:srgbClr val="F9EAEA">
              <a:alpha val="81630"/>
            </a:srgbClr>
          </a:solidFill>
        </p:spPr>
        <p:txBody>
          <a:bodyPr anchorCtr="0" anchor="ctr" bIns="91425" lIns="91425" spcFirstLastPara="1" rIns="91425" wrap="square" tIns="91425">
            <a:noAutofit/>
          </a:bodyPr>
          <a:lstStyle/>
          <a:p>
            <a:pPr indent="0" lvl="0" marL="0" rtl="0" algn="l">
              <a:lnSpc>
                <a:spcPct val="115000"/>
              </a:lnSpc>
              <a:spcBef>
                <a:spcPts val="1200"/>
              </a:spcBef>
              <a:spcAft>
                <a:spcPts val="0"/>
              </a:spcAft>
              <a:buNone/>
            </a:pPr>
            <a:r>
              <a:rPr lang="en" sz="1100">
                <a:solidFill>
                  <a:srgbClr val="000000"/>
                </a:solidFill>
                <a:latin typeface="Arial"/>
                <a:ea typeface="Arial"/>
                <a:cs typeface="Arial"/>
                <a:sym typeface="Arial"/>
              </a:rPr>
              <a:t>✅ </a:t>
            </a:r>
            <a:r>
              <a:rPr b="1" lang="en" sz="1100">
                <a:solidFill>
                  <a:srgbClr val="000000"/>
                </a:solidFill>
                <a:latin typeface="Arial"/>
                <a:ea typeface="Arial"/>
                <a:cs typeface="Arial"/>
                <a:sym typeface="Arial"/>
              </a:rPr>
              <a:t>Insight 1:</a:t>
            </a:r>
            <a:br>
              <a:rPr b="1" lang="en" sz="1100">
                <a:solidFill>
                  <a:srgbClr val="000000"/>
                </a:solidFill>
                <a:latin typeface="Arial"/>
                <a:ea typeface="Arial"/>
                <a:cs typeface="Arial"/>
                <a:sym typeface="Arial"/>
              </a:rPr>
            </a:br>
            <a:r>
              <a:rPr b="1" lang="en" sz="1100">
                <a:solidFill>
                  <a:srgbClr val="000000"/>
                </a:solidFill>
                <a:latin typeface="Arial"/>
                <a:ea typeface="Arial"/>
                <a:cs typeface="Arial"/>
                <a:sym typeface="Arial"/>
              </a:rPr>
              <a:t> Hashtag combinations related to brand name, beauty, Vegan and cruelty-free themes generate the highest engagement</a:t>
            </a:r>
            <a:r>
              <a:rPr lang="en" sz="1100">
                <a:solidFill>
                  <a:srgbClr val="000000"/>
                </a:solidFill>
                <a:latin typeface="Arial"/>
                <a:ea typeface="Arial"/>
                <a:cs typeface="Arial"/>
                <a:sym typeface="Arial"/>
              </a:rPr>
              <a:t>, indicating strong audience interest in niche and value-driven content. </a:t>
            </a:r>
            <a:r>
              <a:rPr lang="en" sz="1100">
                <a:solidFill>
                  <a:srgbClr val="000000"/>
                </a:solidFill>
                <a:latin typeface="Arial"/>
                <a:ea typeface="Arial"/>
                <a:cs typeface="Arial"/>
                <a:sym typeface="Arial"/>
              </a:rPr>
              <a:t> From Engagement Tunnel and Hashtag Analysis its clear that </a:t>
            </a:r>
            <a:r>
              <a:rPr b="1" lang="en" sz="1100">
                <a:solidFill>
                  <a:srgbClr val="000000"/>
                </a:solidFill>
                <a:latin typeface="Arial"/>
                <a:ea typeface="Arial"/>
                <a:cs typeface="Arial"/>
                <a:sym typeface="Arial"/>
              </a:rPr>
              <a:t>High reach does not always lead to high engagement,</a:t>
            </a:r>
            <a:r>
              <a:rPr lang="en" sz="1100">
                <a:solidFill>
                  <a:srgbClr val="000000"/>
                </a:solidFill>
                <a:latin typeface="Arial"/>
                <a:ea typeface="Arial"/>
                <a:cs typeface="Arial"/>
                <a:sym typeface="Arial"/>
              </a:rPr>
              <a:t> suggesting that selecting relevant hashtags is more effective than using popular ones</a:t>
            </a:r>
            <a:endParaRPr sz="1100">
              <a:solidFill>
                <a:srgbClr val="000000"/>
              </a:solidFill>
              <a:latin typeface="Arial"/>
              <a:ea typeface="Arial"/>
              <a:cs typeface="Arial"/>
              <a:sym typeface="Arial"/>
            </a:endParaRPr>
          </a:p>
          <a:p>
            <a:pPr indent="0" lvl="0" marL="0" rtl="0" algn="l">
              <a:lnSpc>
                <a:spcPct val="115000"/>
              </a:lnSpc>
              <a:spcBef>
                <a:spcPts val="1200"/>
              </a:spcBef>
              <a:spcAft>
                <a:spcPts val="1200"/>
              </a:spcAft>
              <a:buNone/>
            </a:pPr>
            <a:r>
              <a:rPr lang="en" sz="1100">
                <a:solidFill>
                  <a:srgbClr val="000000"/>
                </a:solidFill>
                <a:latin typeface="Arial"/>
                <a:ea typeface="Arial"/>
                <a:cs typeface="Arial"/>
                <a:sym typeface="Arial"/>
              </a:rPr>
              <a:t>✅ </a:t>
            </a:r>
            <a:r>
              <a:rPr b="1" lang="en" sz="1100">
                <a:solidFill>
                  <a:srgbClr val="000000"/>
                </a:solidFill>
                <a:latin typeface="Arial"/>
                <a:ea typeface="Arial"/>
                <a:cs typeface="Arial"/>
                <a:sym typeface="Arial"/>
              </a:rPr>
              <a:t>Insight 2:</a:t>
            </a:r>
            <a:br>
              <a:rPr b="1" lang="en" sz="1100">
                <a:solidFill>
                  <a:srgbClr val="000000"/>
                </a:solidFill>
                <a:latin typeface="Arial"/>
                <a:ea typeface="Arial"/>
                <a:cs typeface="Arial"/>
                <a:sym typeface="Arial"/>
              </a:rPr>
            </a:br>
            <a:r>
              <a:rPr lang="en" sz="1100">
                <a:solidFill>
                  <a:srgbClr val="000000"/>
                </a:solidFill>
                <a:latin typeface="Arial"/>
                <a:ea typeface="Arial"/>
                <a:cs typeface="Arial"/>
                <a:sym typeface="Arial"/>
              </a:rPr>
              <a:t>The </a:t>
            </a:r>
            <a:r>
              <a:rPr b="1" lang="en" sz="1100">
                <a:solidFill>
                  <a:srgbClr val="000000"/>
                </a:solidFill>
                <a:latin typeface="Arial"/>
                <a:ea typeface="Arial"/>
                <a:cs typeface="Arial"/>
                <a:sym typeface="Arial"/>
              </a:rPr>
              <a:t>days of Week, Post type, Hashtags </a:t>
            </a:r>
            <a:r>
              <a:rPr lang="en" sz="1100">
                <a:solidFill>
                  <a:srgbClr val="000000"/>
                </a:solidFill>
                <a:latin typeface="Arial"/>
                <a:ea typeface="Arial"/>
                <a:cs typeface="Arial"/>
                <a:sym typeface="Arial"/>
              </a:rPr>
              <a:t>have direct impact on the </a:t>
            </a:r>
            <a:r>
              <a:rPr b="1" lang="en" sz="1100">
                <a:solidFill>
                  <a:srgbClr val="000000"/>
                </a:solidFill>
                <a:latin typeface="Arial"/>
                <a:ea typeface="Arial"/>
                <a:cs typeface="Arial"/>
                <a:sym typeface="Arial"/>
              </a:rPr>
              <a:t>engagement rate.</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5" name="Shape 595"/>
        <p:cNvGrpSpPr/>
        <p:nvPr/>
      </p:nvGrpSpPr>
      <p:grpSpPr>
        <a:xfrm>
          <a:off x="0" y="0"/>
          <a:ext cx="0" cy="0"/>
          <a:chOff x="0" y="0"/>
          <a:chExt cx="0" cy="0"/>
        </a:xfrm>
      </p:grpSpPr>
      <p:pic>
        <p:nvPicPr>
          <p:cNvPr id="596" name="Google Shape;596;p46"/>
          <p:cNvPicPr preferRelativeResize="0"/>
          <p:nvPr>
            <p:ph idx="2" type="pic"/>
          </p:nvPr>
        </p:nvPicPr>
        <p:blipFill rotWithShape="1">
          <a:blip r:embed="rId3">
            <a:alphaModFix/>
          </a:blip>
          <a:srcRect b="7662" l="0" r="0" t="7662"/>
          <a:stretch/>
        </p:blipFill>
        <p:spPr>
          <a:xfrm>
            <a:off x="-11775" y="-23525"/>
            <a:ext cx="9155702" cy="5166900"/>
          </a:xfrm>
          <a:prstGeom prst="rect">
            <a:avLst/>
          </a:prstGeom>
        </p:spPr>
      </p:pic>
      <p:sp>
        <p:nvSpPr>
          <p:cNvPr id="597" name="Google Shape;597;p46"/>
          <p:cNvSpPr txBox="1"/>
          <p:nvPr>
            <p:ph type="title"/>
          </p:nvPr>
        </p:nvSpPr>
        <p:spPr>
          <a:xfrm>
            <a:off x="157800" y="66050"/>
            <a:ext cx="8828400" cy="740100"/>
          </a:xfrm>
          <a:prstGeom prst="rect">
            <a:avLst/>
          </a:prstGeom>
          <a:solidFill>
            <a:srgbClr val="F9EAEA">
              <a:alpha val="81630"/>
            </a:srgbClr>
          </a:solidFill>
        </p:spPr>
        <p:txBody>
          <a:bodyPr anchorCtr="0" anchor="ctr" bIns="91425" lIns="91425" spcFirstLastPara="1" rIns="91425" wrap="square" tIns="91425">
            <a:noAutofit/>
          </a:bodyPr>
          <a:lstStyle/>
          <a:p>
            <a:pPr indent="0" lvl="0" marL="0" rtl="0" algn="ctr">
              <a:spcBef>
                <a:spcPts val="0"/>
              </a:spcBef>
              <a:spcAft>
                <a:spcPts val="0"/>
              </a:spcAft>
              <a:buNone/>
            </a:pPr>
            <a:r>
              <a:rPr lang="en" sz="2900"/>
              <a:t>Strategic Recommendation </a:t>
            </a:r>
            <a:endParaRPr/>
          </a:p>
        </p:txBody>
      </p:sp>
      <p:sp>
        <p:nvSpPr>
          <p:cNvPr id="598" name="Google Shape;598;p46"/>
          <p:cNvSpPr txBox="1"/>
          <p:nvPr>
            <p:ph type="title"/>
          </p:nvPr>
        </p:nvSpPr>
        <p:spPr>
          <a:xfrm>
            <a:off x="157800" y="1203625"/>
            <a:ext cx="8828400" cy="3364200"/>
          </a:xfrm>
          <a:prstGeom prst="rect">
            <a:avLst/>
          </a:prstGeom>
          <a:solidFill>
            <a:srgbClr val="F9EAEA">
              <a:alpha val="81630"/>
            </a:srgbClr>
          </a:solidFill>
        </p:spPr>
        <p:txBody>
          <a:bodyPr anchorCtr="0" anchor="ctr" bIns="91425" lIns="91425" spcFirstLastPara="1" rIns="91425" wrap="square" tIns="91425">
            <a:noAutofit/>
          </a:bodyPr>
          <a:lstStyle/>
          <a:p>
            <a:pPr indent="0" lvl="0" marL="0" rtl="0" algn="l">
              <a:lnSpc>
                <a:spcPct val="115000"/>
              </a:lnSpc>
              <a:spcBef>
                <a:spcPts val="1400"/>
              </a:spcBef>
              <a:spcAft>
                <a:spcPts val="0"/>
              </a:spcAft>
              <a:buNone/>
            </a:pPr>
            <a:r>
              <a:rPr b="1" lang="en" sz="1300">
                <a:solidFill>
                  <a:srgbClr val="000000"/>
                </a:solidFill>
                <a:latin typeface="Arial"/>
                <a:ea typeface="Arial"/>
                <a:cs typeface="Arial"/>
                <a:sym typeface="Arial"/>
              </a:rPr>
              <a:t>✅ Posting Strategy</a:t>
            </a:r>
            <a:endParaRPr b="1" sz="1300">
              <a:solidFill>
                <a:srgbClr val="000000"/>
              </a:solidFill>
              <a:latin typeface="Arial"/>
              <a:ea typeface="Arial"/>
              <a:cs typeface="Arial"/>
              <a:sym typeface="Arial"/>
            </a:endParaRPr>
          </a:p>
          <a:p>
            <a:pPr indent="0" lvl="0" marL="0" rtl="0" algn="l">
              <a:lnSpc>
                <a:spcPct val="115000"/>
              </a:lnSpc>
              <a:spcBef>
                <a:spcPts val="1200"/>
              </a:spcBef>
              <a:spcAft>
                <a:spcPts val="0"/>
              </a:spcAft>
              <a:buNone/>
            </a:pPr>
            <a:r>
              <a:rPr lang="en" sz="1100">
                <a:solidFill>
                  <a:srgbClr val="000000"/>
                </a:solidFill>
                <a:latin typeface="Arial"/>
                <a:ea typeface="Arial"/>
                <a:cs typeface="Arial"/>
                <a:sym typeface="Arial"/>
              </a:rPr>
              <a:t>Focus on stories and Reels, shared consistently during high-engagement days (Wednesdays &amp; Fridays).</a:t>
            </a:r>
            <a:endParaRPr sz="1100">
              <a:solidFill>
                <a:srgbClr val="000000"/>
              </a:solidFill>
              <a:latin typeface="Arial"/>
              <a:ea typeface="Arial"/>
              <a:cs typeface="Arial"/>
              <a:sym typeface="Arial"/>
            </a:endParaRPr>
          </a:p>
          <a:p>
            <a:pPr indent="0" lvl="0" marL="0" rtl="0" algn="l">
              <a:lnSpc>
                <a:spcPct val="115000"/>
              </a:lnSpc>
              <a:spcBef>
                <a:spcPts val="1400"/>
              </a:spcBef>
              <a:spcAft>
                <a:spcPts val="0"/>
              </a:spcAft>
              <a:buNone/>
            </a:pPr>
            <a:r>
              <a:rPr b="1" lang="en" sz="1300">
                <a:solidFill>
                  <a:srgbClr val="000000"/>
                </a:solidFill>
                <a:latin typeface="Arial"/>
                <a:ea typeface="Arial"/>
                <a:cs typeface="Arial"/>
                <a:sym typeface="Arial"/>
              </a:rPr>
              <a:t>✅ Engagement &amp; Growth</a:t>
            </a:r>
            <a:endParaRPr b="1" sz="1300">
              <a:solidFill>
                <a:srgbClr val="000000"/>
              </a:solidFill>
              <a:latin typeface="Arial"/>
              <a:ea typeface="Arial"/>
              <a:cs typeface="Arial"/>
              <a:sym typeface="Arial"/>
            </a:endParaRPr>
          </a:p>
          <a:p>
            <a:pPr indent="0" lvl="0" marL="0" rtl="0" algn="l">
              <a:lnSpc>
                <a:spcPct val="115000"/>
              </a:lnSpc>
              <a:spcBef>
                <a:spcPts val="1200"/>
              </a:spcBef>
              <a:spcAft>
                <a:spcPts val="0"/>
              </a:spcAft>
              <a:buNone/>
            </a:pPr>
            <a:r>
              <a:rPr lang="en" sz="1100">
                <a:solidFill>
                  <a:srgbClr val="000000"/>
                </a:solidFill>
                <a:latin typeface="Arial"/>
                <a:ea typeface="Arial"/>
                <a:cs typeface="Arial"/>
                <a:sym typeface="Arial"/>
              </a:rPr>
              <a:t>Use high-performing hashtags and interactive content to increase audience participation and followers.</a:t>
            </a:r>
            <a:endParaRPr sz="1100">
              <a:solidFill>
                <a:srgbClr val="000000"/>
              </a:solidFill>
              <a:latin typeface="Arial"/>
              <a:ea typeface="Arial"/>
              <a:cs typeface="Arial"/>
              <a:sym typeface="Arial"/>
            </a:endParaRPr>
          </a:p>
          <a:p>
            <a:pPr indent="0" lvl="0" marL="0" rtl="0" algn="l">
              <a:lnSpc>
                <a:spcPct val="115000"/>
              </a:lnSpc>
              <a:spcBef>
                <a:spcPts val="1400"/>
              </a:spcBef>
              <a:spcAft>
                <a:spcPts val="0"/>
              </a:spcAft>
              <a:buNone/>
            </a:pPr>
            <a:r>
              <a:rPr b="1" lang="en" sz="1300">
                <a:solidFill>
                  <a:srgbClr val="000000"/>
                </a:solidFill>
                <a:latin typeface="Arial"/>
                <a:ea typeface="Arial"/>
                <a:cs typeface="Arial"/>
                <a:sym typeface="Arial"/>
              </a:rPr>
              <a:t>✅ Gaps &amp; Fix</a:t>
            </a:r>
            <a:endParaRPr b="1" sz="1300">
              <a:solidFill>
                <a:srgbClr val="000000"/>
              </a:solidFill>
              <a:latin typeface="Arial"/>
              <a:ea typeface="Arial"/>
              <a:cs typeface="Arial"/>
              <a:sym typeface="Arial"/>
            </a:endParaRPr>
          </a:p>
          <a:p>
            <a:pPr indent="0" lvl="0" marL="0" rtl="0" algn="l">
              <a:lnSpc>
                <a:spcPct val="115000"/>
              </a:lnSpc>
              <a:spcBef>
                <a:spcPts val="1200"/>
              </a:spcBef>
              <a:spcAft>
                <a:spcPts val="0"/>
              </a:spcAft>
              <a:buNone/>
            </a:pPr>
            <a:r>
              <a:rPr lang="en" sz="1100">
                <a:solidFill>
                  <a:srgbClr val="000000"/>
                </a:solidFill>
                <a:latin typeface="Arial"/>
                <a:ea typeface="Arial"/>
                <a:cs typeface="Arial"/>
                <a:sym typeface="Arial"/>
              </a:rPr>
              <a:t>High reach but low engagement indicates the need for more relevant and engaging content.</a:t>
            </a:r>
            <a:endParaRPr sz="1100">
              <a:solidFill>
                <a:srgbClr val="000000"/>
              </a:solidFill>
              <a:latin typeface="Arial"/>
              <a:ea typeface="Arial"/>
              <a:cs typeface="Arial"/>
              <a:sym typeface="Arial"/>
            </a:endParaRPr>
          </a:p>
          <a:p>
            <a:pPr indent="0" lvl="0" marL="0" rtl="0" algn="l">
              <a:lnSpc>
                <a:spcPct val="115000"/>
              </a:lnSpc>
              <a:spcBef>
                <a:spcPts val="1400"/>
              </a:spcBef>
              <a:spcAft>
                <a:spcPts val="0"/>
              </a:spcAft>
              <a:buNone/>
            </a:pPr>
            <a:r>
              <a:rPr b="1" lang="en" sz="1300">
                <a:solidFill>
                  <a:srgbClr val="000000"/>
                </a:solidFill>
                <a:latin typeface="Arial"/>
                <a:ea typeface="Arial"/>
                <a:cs typeface="Arial"/>
                <a:sym typeface="Arial"/>
              </a:rPr>
              <a:t>✅ Content / Campaign Ideas</a:t>
            </a:r>
            <a:endParaRPr b="1" sz="1300">
              <a:solidFill>
                <a:srgbClr val="000000"/>
              </a:solidFill>
              <a:latin typeface="Arial"/>
              <a:ea typeface="Arial"/>
              <a:cs typeface="Arial"/>
              <a:sym typeface="Arial"/>
            </a:endParaRPr>
          </a:p>
          <a:p>
            <a:pPr indent="0" lvl="0" marL="0" rtl="0" algn="l">
              <a:lnSpc>
                <a:spcPct val="115000"/>
              </a:lnSpc>
              <a:spcBef>
                <a:spcPts val="1200"/>
              </a:spcBef>
              <a:spcAft>
                <a:spcPts val="0"/>
              </a:spcAft>
              <a:buNone/>
            </a:pPr>
            <a:r>
              <a:rPr lang="en" sz="1100">
                <a:solidFill>
                  <a:srgbClr val="000000"/>
                </a:solidFill>
                <a:latin typeface="Arial"/>
                <a:ea typeface="Arial"/>
                <a:cs typeface="Arial"/>
                <a:sym typeface="Arial"/>
              </a:rPr>
              <a:t>Run trend-based beauty campaigns and challenges aligned with brand themes.</a:t>
            </a:r>
            <a:endParaRPr sz="1100">
              <a:solidFill>
                <a:srgbClr val="000000"/>
              </a:solidFill>
              <a:latin typeface="Arial"/>
              <a:ea typeface="Arial"/>
              <a:cs typeface="Arial"/>
              <a:sym typeface="Arial"/>
            </a:endParaRPr>
          </a:p>
          <a:p>
            <a:pPr indent="0" lvl="0" marL="0" rtl="0" algn="ctr">
              <a:spcBef>
                <a:spcPts val="1200"/>
              </a:spcBef>
              <a:spcAft>
                <a:spcPts val="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Makeup Products by Slidesgo">
  <a:themeElements>
    <a:clrScheme name="Simple Light">
      <a:dk1>
        <a:srgbClr val="272727"/>
      </a:dk1>
      <a:lt1>
        <a:srgbClr val="FFFBFB"/>
      </a:lt1>
      <a:dk2>
        <a:srgbClr val="F9EAEA"/>
      </a:dk2>
      <a:lt2>
        <a:srgbClr val="D38585"/>
      </a:lt2>
      <a:accent1>
        <a:srgbClr val="FFFFFF"/>
      </a:accent1>
      <a:accent2>
        <a:srgbClr val="FFFFFF"/>
      </a:accent2>
      <a:accent3>
        <a:srgbClr val="FFFFFF"/>
      </a:accent3>
      <a:accent4>
        <a:srgbClr val="FFFFFF"/>
      </a:accent4>
      <a:accent5>
        <a:srgbClr val="FFFFFF"/>
      </a:accent5>
      <a:accent6>
        <a:srgbClr val="FFFFFF"/>
      </a:accent6>
      <a:hlink>
        <a:srgbClr val="3C446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